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4" r:id="rId3"/>
  </p:sldMasterIdLst>
  <p:notesMasterIdLst>
    <p:notesMasterId r:id="rId10"/>
  </p:notesMasterIdLst>
  <p:sldIdLst>
    <p:sldId id="538" r:id="rId4"/>
    <p:sldId id="549" r:id="rId5"/>
    <p:sldId id="534" r:id="rId6"/>
    <p:sldId id="539" r:id="rId7"/>
    <p:sldId id="540" r:id="rId8"/>
    <p:sldId id="537" r:id="rId9"/>
  </p:sldIdLst>
  <p:sldSz cx="1219644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550" userDrawn="1">
          <p15:clr>
            <a:srgbClr val="A4A3A4"/>
          </p15:clr>
        </p15:guide>
        <p15:guide id="6" orient="horz" pos="1661" userDrawn="1">
          <p15:clr>
            <a:srgbClr val="A4A3A4"/>
          </p15:clr>
        </p15:guide>
        <p15:guide id="7" orient="horz" pos="3067" userDrawn="1">
          <p15:clr>
            <a:srgbClr val="A4A3A4"/>
          </p15:clr>
        </p15:guide>
        <p15:guide id="8" orient="horz" pos="3793" userDrawn="1">
          <p15:clr>
            <a:srgbClr val="A4A3A4"/>
          </p15:clr>
        </p15:guide>
        <p15:guide id="9" pos="49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ngfotian"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D9D9D9"/>
    <a:srgbClr val="FFD1D1"/>
    <a:srgbClr val="000000"/>
    <a:srgbClr val="EBEBEB"/>
    <a:srgbClr val="E5E5E5"/>
    <a:srgbClr val="6B6B51"/>
    <a:srgbClr val="67C5AF"/>
    <a:srgbClr val="385723"/>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7" autoAdjust="0"/>
    <p:restoredTop sz="91415" autoAdjust="0"/>
  </p:normalViewPr>
  <p:slideViewPr>
    <p:cSldViewPr snapToGrid="0" snapToObjects="1" showGuides="1">
      <p:cViewPr>
        <p:scale>
          <a:sx n="66" d="100"/>
          <a:sy n="66" d="100"/>
        </p:scale>
        <p:origin x="-1301" y="-394"/>
      </p:cViewPr>
      <p:guideLst>
        <p:guide orient="horz" pos="550"/>
        <p:guide orient="horz" pos="1661"/>
        <p:guide orient="horz" pos="3067"/>
        <p:guide orient="horz" pos="3793"/>
        <p:guide pos="4975"/>
      </p:guideLst>
    </p:cSldViewPr>
  </p:slideViewPr>
  <p:outlineViewPr>
    <p:cViewPr>
      <p:scale>
        <a:sx n="33" d="100"/>
        <a:sy n="33" d="100"/>
      </p:scale>
      <p:origin x="0" y="-3208"/>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9035" algn="l" defTabSz="1219200" rtl="0" eaLnBrk="1" latinLnBrk="0" hangingPunct="1">
      <a:defRPr sz="1600" kern="1200">
        <a:solidFill>
          <a:schemeClr val="tx1"/>
        </a:solidFill>
        <a:latin typeface="+mn-lt"/>
        <a:ea typeface="+mn-ea"/>
        <a:cs typeface="+mn-cs"/>
      </a:defRPr>
    </a:lvl5pPr>
    <a:lvl6pPr marL="3048635" algn="l" defTabSz="1219200" rtl="0" eaLnBrk="1" latinLnBrk="0" hangingPunct="1">
      <a:defRPr sz="1600" kern="1200">
        <a:solidFill>
          <a:schemeClr val="tx1"/>
        </a:solidFill>
        <a:latin typeface="+mn-lt"/>
        <a:ea typeface="+mn-ea"/>
        <a:cs typeface="+mn-cs"/>
      </a:defRPr>
    </a:lvl6pPr>
    <a:lvl7pPr marL="3658235"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EBEBEB"/>
        </a:solidFill>
        <a:effectLst/>
      </p:bgPr>
    </p:bg>
    <p:spTree>
      <p:nvGrpSpPr>
        <p:cNvPr id="1" name=""/>
        <p:cNvGrpSpPr/>
        <p:nvPr/>
      </p:nvGrpSpPr>
      <p:grpSpPr>
        <a:xfrm>
          <a:off x="0" y="0"/>
          <a:ext cx="0" cy="0"/>
          <a:chOff x="0" y="0"/>
          <a:chExt cx="0" cy="0"/>
        </a:xfrm>
      </p:grpSpPr>
      <p:sp>
        <p:nvSpPr>
          <p:cNvPr id="11" name="Text Placeholder 7"/>
          <p:cNvSpPr>
            <a:spLocks noGrp="1"/>
          </p:cNvSpPr>
          <p:nvPr>
            <p:ph type="body" sz="quarter" idx="10" hasCustomPrompt="1"/>
          </p:nvPr>
        </p:nvSpPr>
        <p:spPr>
          <a:xfrm>
            <a:off x="1033620" y="1843088"/>
            <a:ext cx="4992425"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3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endParaRPr kumimoji="1" lang="zh-CN" altLang="en-US" sz="3635"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3" name="Slide Number Placeholder 5"/>
          <p:cNvSpPr>
            <a:spLocks noGrp="1"/>
          </p:cNvSpPr>
          <p:nvPr>
            <p:ph type="sldNum" sz="quarter" idx="4"/>
          </p:nvPr>
        </p:nvSpPr>
        <p:spPr>
          <a:xfrm>
            <a:off x="735773" y="6292175"/>
            <a:ext cx="433072" cy="365125"/>
          </a:xfrm>
          <a:prstGeom prst="rect">
            <a:avLst/>
          </a:prstGeom>
        </p:spPr>
        <p:txBody>
          <a:bodyPr vert="horz" lIns="0" tIns="0" rIns="0" bIns="0" rtlCol="0" anchor="ctr"/>
          <a:lstStyle>
            <a:lvl1pPr algn="l">
              <a:defRPr sz="1000" baseline="0">
                <a:solidFill>
                  <a:srgbClr val="000000"/>
                </a:solidFill>
                <a:latin typeface="Arial" panose="020B0704020202020204" pitchFamily="34" charset="0"/>
                <a:cs typeface="Arial" panose="020B0704020202020204" pitchFamily="34" charset="0"/>
              </a:defRPr>
            </a:lvl1pPr>
          </a:lstStyle>
          <a:p>
            <a:fld id="{C3837181-38C6-AD4F-B8BA-B444770388BB}" type="slidenum">
              <a:rPr lang="en-US" smtClean="0"/>
            </a:fld>
            <a:endParaRPr lang="en-US" dirty="0"/>
          </a:p>
        </p:txBody>
      </p:sp>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5" name="L 形 4"/>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7" name="Text Placeholder 5"/>
          <p:cNvSpPr>
            <a:spLocks noGrp="1"/>
          </p:cNvSpPr>
          <p:nvPr>
            <p:ph type="body" sz="quarter" idx="10" hasCustomPrompt="1"/>
          </p:nvPr>
        </p:nvSpPr>
        <p:spPr>
          <a:xfrm>
            <a:off x="929260" y="1949372"/>
            <a:ext cx="6535842" cy="643926"/>
          </a:xfrm>
          <a:prstGeom prst="rect">
            <a:avLst/>
          </a:prstGeo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6" name="TextBox 3"/>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endParaRPr lang="en-US" sz="4940" dirty="0">
              <a:solidFill>
                <a:schemeClr val="tx1"/>
              </a:solidFil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757" y="2130426"/>
            <a:ext cx="10367249"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9515" y="3886200"/>
            <a:ext cx="8537734"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609838" y="6356351"/>
            <a:ext cx="2845911" cy="365125"/>
          </a:xfrm>
          <a:prstGeom prst="rect">
            <a:avLst/>
          </a:prstGeom>
        </p:spPr>
        <p:txBody>
          <a:bodyPr/>
          <a:lstStyle/>
          <a:p>
            <a:fld id="{B4253AA7-34C8-49E7-9DB0-8FC4F75780E3}" type="datetimeFigureOut">
              <a:rPr lang="zh-CN" altLang="en-US" smtClean="0"/>
            </a:fld>
            <a:endParaRPr lang="zh-CN" altLang="en-US"/>
          </a:p>
        </p:txBody>
      </p:sp>
      <p:sp>
        <p:nvSpPr>
          <p:cNvPr id="5" name="页脚占位符 4"/>
          <p:cNvSpPr>
            <a:spLocks noGrp="1"/>
          </p:cNvSpPr>
          <p:nvPr>
            <p:ph type="ftr" sz="quarter" idx="11"/>
          </p:nvPr>
        </p:nvSpPr>
        <p:spPr>
          <a:xfrm>
            <a:off x="4167228" y="6356351"/>
            <a:ext cx="3862308"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41014" y="6356351"/>
            <a:ext cx="2845911" cy="365125"/>
          </a:xfrm>
          <a:prstGeom prst="rect">
            <a:avLst/>
          </a:prstGeom>
        </p:spPr>
        <p:txBody>
          <a:bodyPr/>
          <a:lstStyle/>
          <a:p>
            <a:fld id="{504B74FA-6DB9-4BBE-839F-B2CEDD7BA04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838" y="274638"/>
            <a:ext cx="10977087"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838" y="1600201"/>
            <a:ext cx="10977087"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838" y="6356351"/>
            <a:ext cx="2845911" cy="365125"/>
          </a:xfrm>
          <a:prstGeom prst="rect">
            <a:avLst/>
          </a:prstGeom>
        </p:spPr>
        <p:txBody>
          <a:bodyPr/>
          <a:lstStyle/>
          <a:p>
            <a:fld id="{B4253AA7-34C8-49E7-9DB0-8FC4F75780E3}" type="datetimeFigureOut">
              <a:rPr lang="zh-CN" altLang="en-US" smtClean="0"/>
            </a:fld>
            <a:endParaRPr lang="zh-CN" altLang="en-US"/>
          </a:p>
        </p:txBody>
      </p:sp>
      <p:sp>
        <p:nvSpPr>
          <p:cNvPr id="5" name="页脚占位符 4"/>
          <p:cNvSpPr>
            <a:spLocks noGrp="1"/>
          </p:cNvSpPr>
          <p:nvPr>
            <p:ph type="ftr" sz="quarter" idx="11"/>
          </p:nvPr>
        </p:nvSpPr>
        <p:spPr>
          <a:xfrm>
            <a:off x="4167228" y="6356351"/>
            <a:ext cx="3862308"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41014" y="6356351"/>
            <a:ext cx="2845911" cy="365125"/>
          </a:xfrm>
          <a:prstGeom prst="rect">
            <a:avLst/>
          </a:prstGeom>
        </p:spPr>
        <p:txBody>
          <a:bodyPr/>
          <a:lstStyle/>
          <a:p>
            <a:fld id="{504B74FA-6DB9-4BBE-839F-B2CEDD7BA04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0291" y="164642"/>
            <a:ext cx="10331250" cy="871537"/>
          </a:xfrm>
          <a:prstGeom prst="rect">
            <a:avLst/>
          </a:prstGeo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70305" y="1341446"/>
            <a:ext cx="10701812" cy="4370387"/>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484800" y="6489704"/>
            <a:ext cx="2797208" cy="455613"/>
          </a:xfrm>
          <a:prstGeom prst="rect">
            <a:avLst/>
          </a:prstGeom>
        </p:spPr>
        <p:txBody>
          <a:bodyPr/>
          <a:lstStyle>
            <a:lvl1pPr>
              <a:defRPr/>
            </a:lvl1pPr>
          </a:lstStyle>
          <a:p>
            <a:pPr defTabSz="914400" fontAlgn="base">
              <a:spcBef>
                <a:spcPct val="0"/>
              </a:spcBef>
              <a:spcAft>
                <a:spcPct val="0"/>
              </a:spcAft>
            </a:pPr>
            <a:r>
              <a:rPr lang="de-DE">
                <a:solidFill>
                  <a:prstClr val="black"/>
                </a:solidFill>
                <a:latin typeface="Arial" panose="020B0704020202020204" pitchFamily="34" charset="0"/>
                <a:ea typeface="宋体" pitchFamily="2" charset="-122"/>
              </a:rPr>
              <a:t>Page </a:t>
            </a:r>
            <a:fld id="{4780C888-D246-4D83-BA9A-935D9575F7D7}" type="slidenum">
              <a:rPr lang="de-DE" smtClean="0">
                <a:solidFill>
                  <a:prstClr val="black"/>
                </a:solidFill>
                <a:latin typeface="Arial" panose="020B0704020202020204" pitchFamily="34" charset="0"/>
                <a:ea typeface="宋体" pitchFamily="2" charset="-122"/>
              </a:rPr>
            </a:fld>
            <a:endParaRPr lang="en-GB">
              <a:solidFill>
                <a:prstClr val="black"/>
              </a:solidFill>
              <a:latin typeface="Arial" panose="020B0704020202020204" pitchFamily="34" charset="0"/>
              <a:ea typeface="宋体"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0180715">
    <p:spTree>
      <p:nvGrpSpPr>
        <p:cNvPr id="1" name=""/>
        <p:cNvGrpSpPr/>
        <p:nvPr/>
      </p:nvGrpSpPr>
      <p:grpSpPr>
        <a:xfrm>
          <a:off x="0" y="0"/>
          <a:ext cx="0" cy="0"/>
          <a:chOff x="0" y="0"/>
          <a:chExt cx="0" cy="0"/>
        </a:xfrm>
      </p:grpSpPr>
      <p:sp>
        <p:nvSpPr>
          <p:cNvPr id="7" name="标题占位符 12"/>
          <p:cNvSpPr>
            <a:spLocks noGrp="1"/>
          </p:cNvSpPr>
          <p:nvPr>
            <p:ph type="title"/>
          </p:nvPr>
        </p:nvSpPr>
        <p:spPr>
          <a:xfrm>
            <a:off x="120940" y="117404"/>
            <a:ext cx="10520144" cy="544263"/>
          </a:xfrm>
          <a:prstGeom prst="rect">
            <a:avLst/>
          </a:prstGeom>
        </p:spPr>
        <p:txBody>
          <a:bodyPr vert="horz" lIns="91440" tIns="45720" rIns="91440" bIns="45720" rtlCol="0" anchor="ctr">
            <a:normAutofit/>
          </a:bodyPr>
          <a:lstStyle>
            <a:lvl1pPr>
              <a:defRPr sz="2000" b="1">
                <a:solidFill>
                  <a:srgbClr val="990000"/>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4" name="Subtitle 2"/>
          <p:cNvSpPr>
            <a:spLocks noGrp="1"/>
          </p:cNvSpPr>
          <p:nvPr>
            <p:ph type="subTitle" idx="1" hasCustomPrompt="1"/>
          </p:nvPr>
        </p:nvSpPr>
        <p:spPr>
          <a:xfrm>
            <a:off x="230382" y="456136"/>
            <a:ext cx="11736000" cy="592737"/>
          </a:xfrm>
          <a:prstGeom prst="rect">
            <a:avLst/>
          </a:prstGeom>
        </p:spPr>
        <p:txBody>
          <a:bodyPr lIns="0" tIns="0" rIns="0" bIns="0" anchor="ctr">
            <a:normAutofit/>
          </a:bodyPr>
          <a:lstStyle>
            <a:lvl1pPr marL="0" indent="0" algn="l">
              <a:lnSpc>
                <a:spcPts val="3430"/>
              </a:lnSpc>
              <a:spcBef>
                <a:spcPts val="0"/>
              </a:spcBef>
              <a:buNone/>
              <a:defRPr sz="2800" baseline="0">
                <a:solidFill>
                  <a:srgbClr val="C8102E"/>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a:t>单击此处添加标题</a:t>
            </a:r>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2"/>
            </p:custDataLst>
          </p:nvPr>
        </p:nvGraphicFramePr>
        <p:xfrm>
          <a:off x="1591" y="1591"/>
          <a:ext cx="1587" cy="1587"/>
        </p:xfrm>
        <a:graphic>
          <a:graphicData uri="http://schemas.openxmlformats.org/presentationml/2006/ole">
            <mc:AlternateContent xmlns:mc="http://schemas.openxmlformats.org/markup-compatibility/2006">
              <mc:Choice xmlns:v="urn:schemas-microsoft-com:vml" Requires="v">
                <p:oleObj spid="_x0000_s14924" name="think-cell Slide" r:id="rId3" imgW="0" imgH="0" progId="TCLayout.ActiveDocument.1">
                  <p:embed/>
                </p:oleObj>
              </mc:Choice>
              <mc:Fallback>
                <p:oleObj name="think-cell Slide" r:id="rId3" imgW="0" imgH="0" progId="TCLayout.ActiveDocument.1">
                  <p:embed/>
                  <p:pic>
                    <p:nvPicPr>
                      <p:cNvPr id="0" name="图片 14923"/>
                      <p:cNvPicPr/>
                      <p:nvPr/>
                    </p:nvPicPr>
                    <p:blipFill>
                      <a:blip r:embed="rId4"/>
                      <a:stretch>
                        <a:fillRect/>
                      </a:stretch>
                    </p:blipFill>
                    <p:spPr>
                      <a:xfrm>
                        <a:off x="1591" y="1591"/>
                        <a:ext cx="1587" cy="1587"/>
                      </a:xfrm>
                      <a:prstGeom prst="rect">
                        <a:avLst/>
                      </a:prstGeom>
                    </p:spPr>
                  </p:pic>
                </p:oleObj>
              </mc:Fallback>
            </mc:AlternateContent>
          </a:graphicData>
        </a:graphic>
      </p:graphicFrame>
      <p:sp>
        <p:nvSpPr>
          <p:cNvPr id="2" name="标题 1"/>
          <p:cNvSpPr>
            <a:spLocks noGrp="1"/>
          </p:cNvSpPr>
          <p:nvPr>
            <p:ph type="title"/>
          </p:nvPr>
        </p:nvSpPr>
        <p:spPr>
          <a:xfrm>
            <a:off x="870292" y="260351"/>
            <a:ext cx="11087196" cy="871539"/>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5"/>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6815" indent="0" algn="ctr">
              <a:buNone/>
              <a:defRPr sz="2335"/>
            </a:lvl3pPr>
            <a:lvl4pPr marL="1780540" indent="0" algn="ctr">
              <a:buNone/>
              <a:defRPr sz="2080"/>
            </a:lvl4pPr>
            <a:lvl5pPr marL="2373630" indent="0" algn="ctr">
              <a:buNone/>
              <a:defRPr sz="2080"/>
            </a:lvl5pPr>
            <a:lvl6pPr marL="2967355" indent="0" algn="ctr">
              <a:buNone/>
              <a:defRPr sz="2080"/>
            </a:lvl6pPr>
            <a:lvl7pPr marL="3560445" indent="0" algn="ctr">
              <a:buNone/>
              <a:defRPr sz="2080"/>
            </a:lvl7pPr>
            <a:lvl8pPr marL="4154170" indent="0" algn="ctr">
              <a:buNone/>
              <a:defRPr sz="2080"/>
            </a:lvl8pPr>
            <a:lvl9pPr marL="474726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4" y="1512881"/>
            <a:ext cx="10733556" cy="4690459"/>
          </a:xfrm>
          <a:prstGeom prst="rect">
            <a:avLst/>
          </a:prstGeom>
        </p:spPr>
        <p:txBody>
          <a:bodyPr lIns="0" tIns="0" rIns="0" bIns="0"/>
          <a:lstStyle>
            <a:lvl1pPr marL="179070" marR="0" indent="-168275" algn="l" defTabSz="1186815" rtl="0" eaLnBrk="1" fontAlgn="auto" latinLnBrk="0" hangingPunct="1">
              <a:lnSpc>
                <a:spcPct val="100000"/>
              </a:lnSpc>
              <a:spcBef>
                <a:spcPts val="0"/>
              </a:spcBef>
              <a:spcAft>
                <a:spcPts val="600"/>
              </a:spcAft>
              <a:buClr>
                <a:srgbClr val="000000"/>
              </a:buClr>
              <a:buSzTx/>
              <a:buFont typeface="Arial" panose="020B0704020202020204" pitchFamily="34" charset="0"/>
              <a:buChar char="•"/>
              <a:tabLst>
                <a:tab pos="1207135" algn="ctr"/>
              </a:tabLst>
              <a:defRPr sz="1795" baseline="0">
                <a:solidFill>
                  <a:schemeClr val="tx1"/>
                </a:solidFill>
                <a:latin typeface="微软雅黑" panose="020B0503020204020204" pitchFamily="34" charset="-122"/>
                <a:ea typeface="微软雅黑" panose="020B0503020204020204" pitchFamily="34" charset="-122"/>
                <a:cs typeface="Arial" panose="020B0704020202020204" pitchFamily="34" charset="0"/>
              </a:defRPr>
            </a:lvl1pPr>
            <a:lvl2pPr marL="328930" marR="0" indent="-168275" algn="l" defTabSz="1186815"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6815"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295" baseline="0">
                <a:latin typeface="微软雅黑" panose="020B0503020204020204" pitchFamily="34" charset="-122"/>
                <a:ea typeface="微软雅黑" panose="020B0503020204020204" pitchFamily="34" charset="-122"/>
              </a:defRPr>
            </a:lvl3pPr>
            <a:lvl4pPr marL="525145" indent="-170815">
              <a:buFont typeface="Arial" panose="020B0704020202020204" pitchFamily="34" charset="0"/>
              <a:buChar char="•"/>
              <a:tabLst>
                <a:tab pos="1207135" algn="ctr"/>
              </a:tabLst>
              <a:defRPr sz="1295" baseline="0"/>
            </a:lvl4pPr>
            <a:lvl5pPr marL="525145" indent="-170815">
              <a:buFont typeface="Arial" panose="020B0704020202020204" pitchFamily="34" charset="0"/>
              <a:buChar char="•"/>
              <a:tabLst>
                <a:tab pos="1207135" algn="ctr"/>
              </a:tabLst>
              <a:defRPr sz="1295" baseline="0"/>
            </a:lvl5pPr>
          </a:lstStyle>
          <a:p>
            <a:pPr lvl="0"/>
            <a:r>
              <a:rPr lang="zh-CN" altLang="en-US" dirty="0"/>
              <a:t>单击此处添加文本</a:t>
            </a:r>
            <a:endParaRPr lang="en-US" dirty="0"/>
          </a:p>
          <a:p>
            <a:pPr marL="328930" marR="0" lvl="1" indent="-168275" algn="l" defTabSz="1186815" rtl="0" eaLnBrk="1" fontAlgn="auto" latinLnBrk="0" hangingPunct="1">
              <a:lnSpc>
                <a:spcPct val="100000"/>
              </a:lnSpc>
              <a:spcBef>
                <a:spcPts val="0"/>
              </a:spcBef>
              <a:spcAft>
                <a:spcPts val="600"/>
              </a:spcAft>
              <a:buClr>
                <a:schemeClr val="tx1"/>
              </a:buClr>
              <a:buSzTx/>
              <a:buFont typeface="Arial" panose="020B0704020202020204" pitchFamily="34" charset="0"/>
              <a:buChar char="•"/>
              <a:tabLst>
                <a:tab pos="1207135"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704020202020204" pitchFamily="34" charset="0"/>
              <a:buChar char="•"/>
              <a:tabLst>
                <a:tab pos="1207135"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704020202020204" pitchFamily="34" charset="0"/>
              <a:buChar char="•"/>
              <a:tabLst>
                <a:tab pos="1207135" algn="ctr"/>
              </a:tabLst>
              <a:defRPr/>
            </a:pPr>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38382" y="456135"/>
            <a:ext cx="11520000" cy="592737"/>
          </a:xfrm>
          <a:prstGeom prst="rect">
            <a:avLst/>
          </a:prstGeom>
        </p:spPr>
        <p:txBody>
          <a:bodyPr lIns="0" tIns="0" rIns="0" bIns="0" anchor="ctr">
            <a:normAutofit/>
          </a:bodyPr>
          <a:lstStyle>
            <a:lvl1pPr marL="0" indent="0" algn="l">
              <a:lnSpc>
                <a:spcPts val="3430"/>
              </a:lnSpc>
              <a:spcBef>
                <a:spcPts val="0"/>
              </a:spcBef>
              <a:buNone/>
              <a:defRPr sz="28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7990"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30382" y="456136"/>
            <a:ext cx="11736000" cy="592737"/>
          </a:xfrm>
          <a:prstGeom prst="rect">
            <a:avLst/>
          </a:prstGeom>
        </p:spPr>
        <p:txBody>
          <a:bodyPr lIns="0" tIns="0" rIns="0" bIns="0" anchor="ctr">
            <a:normAutofit/>
          </a:bodyPr>
          <a:lstStyle>
            <a:lvl1pPr marL="0" indent="0" algn="l">
              <a:lnSpc>
                <a:spcPts val="3430"/>
              </a:lnSpc>
              <a:spcBef>
                <a:spcPts val="0"/>
              </a:spcBef>
              <a:buNone/>
              <a:defRPr sz="2800" baseline="0">
                <a:solidFill>
                  <a:srgbClr val="C8102E"/>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a:t>单击此处添加标题</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5837" y="456138"/>
            <a:ext cx="11607320" cy="498607"/>
          </a:xfrm>
          <a:prstGeom prst="rect">
            <a:avLst/>
          </a:prstGeom>
        </p:spPr>
        <p:txBody>
          <a:bodyPr lIns="0" tIns="0" rIns="0" bIns="0" anchor="ctr">
            <a:normAutofit/>
          </a:bodyPr>
          <a:lstStyle>
            <a:lvl1pPr marL="0" indent="0" algn="l">
              <a:lnSpc>
                <a:spcPts val="3425"/>
              </a:lnSpc>
              <a:spcBef>
                <a:spcPts val="0"/>
              </a:spcBef>
              <a:buNone/>
              <a:defRPr sz="2800" b="0" baseline="0">
                <a:solidFill>
                  <a:schemeClr val="bg1">
                    <a:lumMod val="75000"/>
                  </a:schemeClr>
                </a:solidFill>
                <a:latin typeface="微软雅黑" panose="020B0503020204020204" pitchFamily="34" charset="-122"/>
                <a:ea typeface="微软雅黑" panose="020B0503020204020204" pitchFamily="34" charset="-122"/>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zh-CN" altLang="en-US" dirty="0"/>
              <a:t>单击此处添加标题</a:t>
            </a:r>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0"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1219200"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ts val="1335"/>
        </a:spcBef>
        <a:buFont typeface="Arial" panose="020B0704020202020204" pitchFamily="34" charset="0"/>
        <a:buChar char="•"/>
        <a:defRPr sz="3735" kern="1200">
          <a:solidFill>
            <a:schemeClr val="tx1"/>
          </a:solidFill>
          <a:latin typeface="+mn-lt"/>
          <a:ea typeface="+mn-ea"/>
          <a:cs typeface="+mn-cs"/>
        </a:defRPr>
      </a:lvl1pPr>
      <a:lvl2pPr marL="914400" indent="-304800" algn="l" defTabSz="1219200" rtl="0" eaLnBrk="1" latinLnBrk="0" hangingPunct="1">
        <a:lnSpc>
          <a:spcPct val="90000"/>
        </a:lnSpc>
        <a:spcBef>
          <a:spcPts val="665"/>
        </a:spcBef>
        <a:buFont typeface="Arial" panose="020B0704020202020204" pitchFamily="34" charset="0"/>
        <a:buChar char="•"/>
        <a:defRPr sz="3200" kern="1200">
          <a:solidFill>
            <a:schemeClr val="tx1"/>
          </a:solidFill>
          <a:latin typeface="+mn-lt"/>
          <a:ea typeface="+mn-ea"/>
          <a:cs typeface="+mn-cs"/>
        </a:defRPr>
      </a:lvl2pPr>
      <a:lvl3pPr marL="1524000" indent="-304800" algn="l" defTabSz="1219200" rtl="0" eaLnBrk="1" latinLnBrk="0" hangingPunct="1">
        <a:lnSpc>
          <a:spcPct val="90000"/>
        </a:lnSpc>
        <a:spcBef>
          <a:spcPts val="665"/>
        </a:spcBef>
        <a:buFont typeface="Arial" panose="020B0704020202020204" pitchFamily="34" charset="0"/>
        <a:buChar char="•"/>
        <a:defRPr sz="2665" kern="1200">
          <a:solidFill>
            <a:schemeClr val="tx1"/>
          </a:solidFill>
          <a:latin typeface="+mn-lt"/>
          <a:ea typeface="+mn-ea"/>
          <a:cs typeface="+mn-cs"/>
        </a:defRPr>
      </a:lvl3pPr>
      <a:lvl4pPr marL="21336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4pPr>
      <a:lvl5pPr marL="27432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5pPr>
      <a:lvl6pPr marL="33528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704020202020204" pitchFamily="34" charset="0"/>
        <a:buChar char="•"/>
        <a:defRPr sz="24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095468" y="6356941"/>
            <a:ext cx="1463467" cy="246221"/>
          </a:xfrm>
          <a:prstGeom prst="rect">
            <a:avLst/>
          </a:prstGeom>
          <a:noFill/>
        </p:spPr>
        <p:txBody>
          <a:bodyPr wrap="square" rtlCol="0">
            <a:spAutoFit/>
          </a:bodyPr>
          <a:lstStyle/>
          <a:p>
            <a:pPr defTabSz="914400"/>
            <a:r>
              <a:rPr lang="en-US" sz="1000" dirty="0">
                <a:solidFill>
                  <a:srgbClr val="1D1D1B"/>
                </a:solidFill>
                <a:latin typeface="Arial" panose="020B0704020202020204" pitchFamily="34" charset="0"/>
                <a:cs typeface="Arial" panose="020B0704020202020204" pitchFamily="34" charset="0"/>
              </a:rPr>
              <a:t>Huawei Confidential</a:t>
            </a:r>
            <a:endParaRPr lang="en-US" sz="1000" dirty="0">
              <a:solidFill>
                <a:srgbClr val="1D1D1B"/>
              </a:solidFill>
              <a:latin typeface="Arial" panose="020B0704020202020204" pitchFamily="34" charset="0"/>
              <a:cs typeface="Arial" panose="020B0704020202020204" pitchFamily="34" charset="0"/>
            </a:endParaRPr>
          </a:p>
        </p:txBody>
      </p:sp>
      <p:sp>
        <p:nvSpPr>
          <p:cNvPr id="4" name="TextBox 3"/>
          <p:cNvSpPr txBox="1"/>
          <p:nvPr/>
        </p:nvSpPr>
        <p:spPr>
          <a:xfrm>
            <a:off x="734132" y="6402806"/>
            <a:ext cx="499729" cy="150296"/>
          </a:xfrm>
          <a:prstGeom prst="rect">
            <a:avLst/>
          </a:prstGeom>
          <a:noFill/>
        </p:spPr>
        <p:txBody>
          <a:bodyPr wrap="square" lIns="0" tIns="0" rIns="0" bIns="0" rtlCol="0">
            <a:spAutoFit/>
          </a:bodyPr>
          <a:lstStyle/>
          <a:p>
            <a:pPr defTabSz="890270">
              <a:defRPr/>
            </a:pPr>
            <a:fld id="{C3837181-38C6-AD4F-B8BA-B444770388BB}" type="slidenum">
              <a:rPr lang="en-US" sz="975" smtClean="0">
                <a:solidFill>
                  <a:srgbClr val="1D1D1B"/>
                </a:solidFill>
                <a:latin typeface="Arial" panose="020B0704020202020204" pitchFamily="34" charset="0"/>
                <a:cs typeface="Arial" panose="020B0704020202020204" pitchFamily="34" charset="0"/>
              </a:rPr>
            </a:fld>
            <a:endParaRPr lang="en-US" sz="975" dirty="0">
              <a:solidFill>
                <a:srgbClr val="1D1D1B"/>
              </a:solidFill>
              <a:latin typeface="Arial" panose="020B0704020202020204" pitchFamily="34" charset="0"/>
              <a:cs typeface="Arial" panose="020B0704020202020204" pitchFamily="34" charset="0"/>
            </a:endParaRPr>
          </a:p>
        </p:txBody>
      </p:sp>
      <p:grpSp>
        <p:nvGrpSpPr>
          <p:cNvPr id="25" name="组合 24"/>
          <p:cNvGrpSpPr/>
          <p:nvPr/>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P</a:t>
                </a:r>
                <a:r>
                  <a:rPr kumimoji="1" lang="en-US" altLang="en-US" sz="700" b="1" dirty="0">
                    <a:solidFill>
                      <a:srgbClr val="FFFFFF"/>
                    </a:solidFill>
                    <a:latin typeface="Arial" panose="020B0704020202020204" pitchFamily="34" charset="0"/>
                    <a:ea typeface="Arial" panose="020B0704020202020204" pitchFamily="34" charset="0"/>
                    <a:cs typeface="Arial" panose="020B0704020202020204" pitchFamily="34" charset="0"/>
                  </a:rPr>
                  <a:t>ANTONE</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186C</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 200/16/46</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P</a:t>
                </a:r>
                <a:r>
                  <a:rPr kumimoji="1" lang="en-US" altLang="en-US" sz="700" b="1" dirty="0">
                    <a:solidFill>
                      <a:srgbClr val="FFFFFF"/>
                    </a:solidFill>
                    <a:latin typeface="Arial" panose="020B0704020202020204" pitchFamily="34" charset="0"/>
                    <a:ea typeface="Arial" panose="020B0704020202020204" pitchFamily="34" charset="0"/>
                    <a:cs typeface="Arial" panose="020B0704020202020204" pitchFamily="34" charset="0"/>
                  </a:rPr>
                  <a:t>ANTONE</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185C</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 199/0/11</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46" name="文本框 31"/>
              <p:cNvSpPr txBox="1"/>
              <p:nvPr userDrawn="1"/>
            </p:nvSpPr>
            <p:spPr>
              <a:xfrm>
                <a:off x="12326898" y="2207613"/>
                <a:ext cx="384721" cy="180071"/>
              </a:xfrm>
              <a:prstGeom prst="rect">
                <a:avLst/>
              </a:prstGeom>
              <a:noFill/>
            </p:spPr>
            <p:txBody>
              <a:bodyPr wrap="none" lIns="0" tIns="0" rIns="0" bIns="0" rtlCol="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品牌色</a:t>
                </a:r>
                <a:endParaRPr kumimoji="1" lang="zh-CN" altLang="en-US" sz="1000" dirty="0">
                  <a:solidFill>
                    <a:srgbClr val="1D1D1A"/>
                  </a:solidFill>
                  <a:latin typeface="微软雅黑" panose="020B0503020204020204" pitchFamily="34" charset="-122"/>
                  <a:ea typeface="微软雅黑" panose="020B0503020204020204" pitchFamily="34" charset="-122"/>
                </a:endParaRPr>
              </a:p>
            </p:txBody>
          </p:sp>
        </p:grpSp>
        <p:grpSp>
          <p:nvGrpSpPr>
            <p:cNvPr id="27" name="组合 26"/>
            <p:cNvGrpSpPr/>
            <p:nvPr userDrawn="1"/>
          </p:nvGrpSpPr>
          <p:grpSpPr>
            <a:xfrm>
              <a:off x="12216278" y="3054642"/>
              <a:ext cx="1982912" cy="3811978"/>
              <a:chOff x="12216278" y="3054642"/>
              <a:chExt cx="1982912" cy="3811978"/>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234</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90/79</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120</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0/15</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辅助色</a:t>
                </a:r>
                <a:endParaRPr kumimoji="1" lang="zh-CN" altLang="en-US" sz="1000" dirty="0">
                  <a:solidFill>
                    <a:srgbClr val="1D1D1A"/>
                  </a:solidFill>
                  <a:latin typeface="微软雅黑" panose="020B0503020204020204" pitchFamily="34" charset="-122"/>
                  <a:ea typeface="微软雅黑" panose="020B0503020204020204" pitchFamily="34" charset="-122"/>
                </a:endParaRP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248</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181/60</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235</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92/1</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137/137/137</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35/24/21</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 221</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221/221</a:t>
                </a:r>
                <a:endPar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endParaRP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233</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140/128</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159</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0/1</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 245</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220/87</a:t>
                </a:r>
                <a:endPar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endParaRP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240</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133/0</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181</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181/181</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 89</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rPr>
                  <a:t>87/87</a:t>
                </a:r>
                <a:endParaRPr kumimoji="1" lang="en-US" altLang="zh-CN" sz="700" b="1" dirty="0">
                  <a:solidFill>
                    <a:srgbClr val="FFFFFF"/>
                  </a:solidFill>
                  <a:latin typeface="Arial" panose="020B0704020202020204" pitchFamily="34" charset="0"/>
                  <a:ea typeface="Arial" panose="020B0704020202020204" pitchFamily="34" charset="0"/>
                  <a:cs typeface="Arial" panose="020B0704020202020204" pitchFamily="34" charset="0"/>
                </a:endParaRP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RGB</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 255</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a:t>
                </a:r>
                <a:r>
                  <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rPr>
                  <a:t>255/255</a:t>
                </a:r>
                <a:endParaRPr kumimoji="1" lang="en-US" altLang="zh-CN" sz="700" b="1" dirty="0">
                  <a:solidFill>
                    <a:srgbClr val="666666"/>
                  </a:solidFill>
                  <a:latin typeface="Arial" panose="020B0704020202020204" pitchFamily="34" charset="0"/>
                  <a:ea typeface="Arial" panose="020B0704020202020204" pitchFamily="34" charset="0"/>
                  <a:cs typeface="Arial" panose="020B0704020202020204" pitchFamily="34" charset="0"/>
                </a:endParaRPr>
              </a:p>
            </p:txBody>
          </p:sp>
        </p:grpSp>
      </p:grpSp>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195999" y="6321130"/>
            <a:ext cx="1269075" cy="277546"/>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7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7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7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7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1867482" y="3217197"/>
            <a:ext cx="8076843" cy="803274"/>
          </a:xfrm>
        </p:spPr>
        <p:txBody>
          <a:bodyPr/>
          <a:lstStyle/>
          <a:p>
            <a:pPr algn="ctr"/>
            <a:r>
              <a:rPr lang="zh-CN" altLang="en-US" sz="4000" b="1" dirty="0" smtClean="0"/>
              <a:t>底片质量等级如何评定？</a:t>
            </a:r>
            <a:endParaRPr lang="zh-CN" alt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55625" y="997585"/>
            <a:ext cx="10977245" cy="10742930"/>
          </a:xfrm>
        </p:spPr>
        <p:txBody>
          <a:bodyPr/>
          <a:p>
            <a:r>
              <a:rPr lang="zh-CN" altLang="en-US" sz="1000" b="1">
                <a:solidFill>
                  <a:srgbClr val="FF0000"/>
                </a:solidFill>
                <a:sym typeface="+mn-ea"/>
              </a:rPr>
              <a:t>１、板厚 6～200</a:t>
            </a:r>
            <a:r>
              <a:rPr lang="en-US" altLang="zh-CN" sz="1000" b="1">
                <a:solidFill>
                  <a:srgbClr val="FF0000"/>
                </a:solidFill>
                <a:sym typeface="+mn-ea"/>
              </a:rPr>
              <a:t>mm，</a:t>
            </a:r>
            <a:r>
              <a:rPr lang="zh-CN" altLang="en-US" sz="1000" b="1">
                <a:solidFill>
                  <a:srgbClr val="FF0000"/>
                </a:solidFill>
                <a:sym typeface="+mn-ea"/>
              </a:rPr>
              <a:t>材质不限；其中规格信息</a:t>
            </a:r>
            <a:br>
              <a:rPr lang="zh-CN" altLang="en-US" sz="1000" b="1">
                <a:solidFill>
                  <a:srgbClr val="FF0000"/>
                </a:solidFill>
                <a:sym typeface="+mn-ea"/>
              </a:rPr>
            </a:br>
            <a:r>
              <a:rPr lang="zh-CN" altLang="en-US" sz="1000" b="1">
                <a:solidFill>
                  <a:srgbClr val="FF0000"/>
                </a:solidFill>
                <a:sym typeface="+mn-ea"/>
              </a:rPr>
              <a:t>中只提示板厚，比如“20”、“20+4”（表示带垫板或复合层），按照承压设备本体焊缝进行评定，即按照 </a:t>
            </a:r>
            <a:r>
              <a:rPr lang="en-US" altLang="zh-CN" sz="1000" b="1">
                <a:solidFill>
                  <a:srgbClr val="FF0000"/>
                </a:solidFill>
                <a:sym typeface="+mn-ea"/>
              </a:rPr>
              <a:t>NB/T 47013.2-2015 </a:t>
            </a:r>
            <a:r>
              <a:rPr lang="zh-CN" altLang="en-US" sz="1000" b="1">
                <a:solidFill>
                  <a:srgbClr val="FF0000"/>
                </a:solidFill>
                <a:sym typeface="+mn-ea"/>
              </a:rPr>
              <a:t>第 6章执行</a:t>
            </a:r>
            <a:br>
              <a:rPr lang="zh-CN" altLang="en-US" sz="1000" b="1">
                <a:solidFill>
                  <a:srgbClr val="FF0000"/>
                </a:solidFill>
                <a:sym typeface="+mn-ea"/>
              </a:rPr>
            </a:br>
            <a:br>
              <a:rPr lang="zh-CN" altLang="en-US" sz="1000" b="1">
                <a:solidFill>
                  <a:srgbClr val="FF0000"/>
                </a:solidFill>
                <a:sym typeface="+mn-ea"/>
              </a:rPr>
            </a:br>
            <a:r>
              <a:rPr lang="zh-CN" altLang="en-US" sz="1000" b="1">
                <a:solidFill>
                  <a:srgbClr val="FF0000"/>
                </a:solidFill>
                <a:sym typeface="+mn-ea"/>
              </a:rPr>
              <a:t>２、规格信息中带“</a:t>
            </a:r>
            <a:r>
              <a:rPr lang="en-US" altLang="zh-CN" sz="1000" b="1">
                <a:solidFill>
                  <a:srgbClr val="FF0000"/>
                </a:solidFill>
                <a:sym typeface="+mn-ea"/>
              </a:rPr>
              <a:t>Φ”，</a:t>
            </a:r>
            <a:r>
              <a:rPr lang="zh-CN" altLang="en-US" sz="1000" b="1">
                <a:solidFill>
                  <a:srgbClr val="FF0000"/>
                </a:solidFill>
                <a:sym typeface="+mn-ea"/>
              </a:rPr>
              <a:t>比如“</a:t>
            </a:r>
            <a:r>
              <a:rPr lang="en-US" altLang="zh-CN" sz="1000" b="1">
                <a:solidFill>
                  <a:srgbClr val="FF0000"/>
                </a:solidFill>
                <a:sym typeface="+mn-ea"/>
              </a:rPr>
              <a:t>Φ76×3”，</a:t>
            </a:r>
            <a:r>
              <a:rPr lang="zh-CN" altLang="en-US" sz="1000" b="1">
                <a:solidFill>
                  <a:srgbClr val="FF0000"/>
                </a:solidFill>
                <a:sym typeface="+mn-ea"/>
              </a:rPr>
              <a:t>表示小径管或管道对接焊缝，评定则按照 </a:t>
            </a:r>
            <a:r>
              <a:rPr lang="en-US" altLang="zh-CN" sz="1000" b="1">
                <a:solidFill>
                  <a:srgbClr val="FF0000"/>
                </a:solidFill>
                <a:sym typeface="+mn-ea"/>
              </a:rPr>
              <a:t>NB/T 47013.2-2015 </a:t>
            </a:r>
            <a:r>
              <a:rPr lang="zh-CN" altLang="en-US" sz="1000" b="1">
                <a:solidFill>
                  <a:srgbClr val="FF0000"/>
                </a:solidFill>
                <a:sym typeface="+mn-ea"/>
              </a:rPr>
              <a:t>第 7 章执行</a:t>
            </a:r>
            <a:endParaRPr lang="zh-CN" altLang="en-US" sz="1000" b="1">
              <a:solidFill>
                <a:srgbClr val="FF0000"/>
              </a:solidFill>
            </a:endParaRPr>
          </a:p>
          <a:p>
            <a:r>
              <a:rPr lang="zh-CN" altLang="en-US" sz="1000" b="1">
                <a:solidFill>
                  <a:srgbClr val="FF0000"/>
                </a:solidFill>
              </a:rPr>
              <a:t>（6）缺陷定性：</a:t>
            </a:r>
            <a:endParaRPr lang="zh-CN" altLang="en-US" sz="1000" b="1">
              <a:solidFill>
                <a:srgbClr val="FF0000"/>
              </a:solidFill>
            </a:endParaRPr>
          </a:p>
          <a:p>
            <a:r>
              <a:rPr lang="en-US" altLang="zh-CN" sz="1000"/>
              <a:t>（a）NB/T 47013.2-2015 </a:t>
            </a:r>
            <a:r>
              <a:rPr lang="zh-CN" altLang="en-US" sz="1000"/>
              <a:t>提及的裂纹、未熔合、未焊透、条形缺陷、圆形缺陷、根部内凹、根部咬边和</a:t>
            </a:r>
            <a:r>
              <a:rPr lang="zh-CN" altLang="en-US" sz="1000">
                <a:solidFill>
                  <a:srgbClr val="FF0000"/>
                </a:solidFill>
              </a:rPr>
              <a:t>综合评级。</a:t>
            </a:r>
            <a:endParaRPr lang="zh-CN" altLang="en-US" sz="1000"/>
          </a:p>
          <a:p>
            <a:r>
              <a:rPr lang="en-US" altLang="zh-CN" sz="1000"/>
              <a:t>（b）</a:t>
            </a:r>
            <a:r>
              <a:rPr lang="zh-CN" altLang="en-US" sz="1000"/>
              <a:t>圆形缺陷评定区内同时存在条形缺陷，需进行综合评级的情况，</a:t>
            </a:r>
            <a:r>
              <a:rPr lang="zh-CN" altLang="en-US" sz="1000">
                <a:solidFill>
                  <a:srgbClr val="FF0000"/>
                </a:solidFill>
              </a:rPr>
              <a:t>缺陷类型务必选择“综合评级”</a:t>
            </a:r>
            <a:r>
              <a:rPr lang="zh-CN" altLang="en-US" sz="1000"/>
              <a:t>，单独选择“条形缺陷”或“圆形缺陷”均不得分。</a:t>
            </a:r>
            <a:endParaRPr lang="zh-CN" altLang="en-US" sz="1000"/>
          </a:p>
          <a:p>
            <a:r>
              <a:rPr lang="zh-CN" altLang="en-US" sz="1000" b="1">
                <a:solidFill>
                  <a:srgbClr val="FF0000"/>
                </a:solidFill>
              </a:rPr>
              <a:t>（7）缺陷定位（含允差）：仅提交缺陷或评定框内缺陷最左侧边缘位置的 </a:t>
            </a:r>
            <a:r>
              <a:rPr lang="en-US" altLang="zh-CN" sz="1000" b="1">
                <a:solidFill>
                  <a:srgbClr val="FF0000"/>
                </a:solidFill>
              </a:rPr>
              <a:t>X </a:t>
            </a:r>
            <a:r>
              <a:rPr lang="zh-CN" altLang="en-US" sz="1000" b="1">
                <a:solidFill>
                  <a:srgbClr val="FF0000"/>
                </a:solidFill>
              </a:rPr>
              <a:t>坐标；</a:t>
            </a:r>
            <a:endParaRPr lang="zh-CN" altLang="en-US" sz="1000" b="1">
              <a:solidFill>
                <a:srgbClr val="FF0000"/>
              </a:solidFill>
            </a:endParaRPr>
          </a:p>
          <a:p>
            <a:r>
              <a:rPr lang="en-US" altLang="zh-CN" sz="1000"/>
              <a:t>（a）</a:t>
            </a:r>
            <a:r>
              <a:rPr lang="zh-CN" altLang="en-US" sz="1000"/>
              <a:t>测量方位以影像原始方位为准，起始点取影像边缘（非接头边缘）。影像左上角为坐标系原点，影像向右方向为</a:t>
            </a:r>
            <a:r>
              <a:rPr lang="en-US" altLang="zh-CN" sz="1000"/>
              <a:t>X </a:t>
            </a:r>
            <a:r>
              <a:rPr lang="zh-CN" altLang="en-US" sz="1000"/>
              <a:t>正方向，影像向下为 </a:t>
            </a:r>
            <a:r>
              <a:rPr lang="en-US" altLang="zh-CN" sz="1000"/>
              <a:t>Y </a:t>
            </a:r>
            <a:r>
              <a:rPr lang="zh-CN" altLang="en-US" sz="1000"/>
              <a:t>正方向；</a:t>
            </a:r>
            <a:endParaRPr lang="zh-CN" altLang="en-US" sz="1000"/>
          </a:p>
          <a:p>
            <a:r>
              <a:rPr lang="en-US" altLang="zh-CN" sz="1000"/>
              <a:t>（b）</a:t>
            </a:r>
            <a:r>
              <a:rPr lang="zh-CN" altLang="en-US" sz="1000"/>
              <a:t>多条横向裂纹密集的情况，按“一个缺陷”记录定位，以密集群最左侧确定 </a:t>
            </a:r>
            <a:r>
              <a:rPr lang="en-US" altLang="zh-CN" sz="1000"/>
              <a:t>X </a:t>
            </a:r>
            <a:r>
              <a:rPr lang="zh-CN" altLang="en-US" sz="1000"/>
              <a:t>坐标；</a:t>
            </a:r>
            <a:endParaRPr lang="zh-CN" altLang="en-US" sz="1000"/>
          </a:p>
          <a:p>
            <a:r>
              <a:rPr lang="en-US" altLang="zh-CN" sz="1000"/>
              <a:t>（c）</a:t>
            </a:r>
            <a:r>
              <a:rPr lang="zh-CN" altLang="en-US" sz="1000"/>
              <a:t>圆形缺陷密集的情况，只选择最严重部分，以评定框内最左侧缺陷边缘确定 </a:t>
            </a:r>
            <a:r>
              <a:rPr lang="en-US" altLang="zh-CN" sz="1000"/>
              <a:t>X </a:t>
            </a:r>
            <a:r>
              <a:rPr lang="zh-CN" altLang="en-US" sz="1000"/>
              <a:t>坐标；</a:t>
            </a:r>
            <a:endParaRPr lang="zh-CN" altLang="en-US" sz="1000"/>
          </a:p>
          <a:p>
            <a:r>
              <a:rPr lang="en-US" altLang="zh-CN" sz="1000"/>
              <a:t>（d）</a:t>
            </a:r>
            <a:r>
              <a:rPr lang="zh-CN" altLang="en-US" sz="1000"/>
              <a:t>断续未熔合、未焊透（长度方向），以缺陷最左侧边缘确定 </a:t>
            </a:r>
            <a:r>
              <a:rPr lang="en-US" altLang="zh-CN" sz="1000"/>
              <a:t>X </a:t>
            </a:r>
            <a:r>
              <a:rPr lang="zh-CN" altLang="en-US" sz="1000"/>
              <a:t>坐标，若断续间隔非常明显和清晰的，则单独确定</a:t>
            </a:r>
            <a:r>
              <a:rPr lang="en-US" altLang="zh-CN" sz="1000"/>
              <a:t>X </a:t>
            </a:r>
            <a:r>
              <a:rPr lang="zh-CN" altLang="en-US" sz="1000"/>
              <a:t>坐标；</a:t>
            </a:r>
            <a:endParaRPr lang="zh-CN" altLang="en-US" sz="1000"/>
          </a:p>
          <a:p>
            <a:r>
              <a:rPr lang="en-US" altLang="zh-CN" sz="1000"/>
              <a:t>（e）</a:t>
            </a:r>
            <a:r>
              <a:rPr lang="zh-CN" altLang="en-US" sz="1000">
                <a:solidFill>
                  <a:srgbClr val="FF0000"/>
                </a:solidFill>
              </a:rPr>
              <a:t>两个及以上条形缺陷在条形缺陷评定区处于同一直线方向条形缺陷评定区内、且作为“一个缺陷”处理时</a:t>
            </a:r>
            <a:r>
              <a:rPr lang="zh-CN" altLang="en-US" sz="1000"/>
              <a:t>，以最左边缺陷的最左边缘确定 </a:t>
            </a:r>
            <a:r>
              <a:rPr lang="en-US" altLang="zh-CN" sz="1000"/>
              <a:t>X </a:t>
            </a:r>
            <a:r>
              <a:rPr lang="zh-CN" altLang="en-US" sz="1000"/>
              <a:t>坐标；评定区内的条形缺陷属于“一个条渣组” 时，按照一个缺陷填写信息，以最左边缺陷的最左边缘确定 </a:t>
            </a:r>
            <a:r>
              <a:rPr lang="en-US" altLang="zh-CN" sz="1000"/>
              <a:t>X </a:t>
            </a:r>
            <a:r>
              <a:rPr lang="zh-CN" altLang="en-US" sz="1000"/>
              <a:t>坐标。</a:t>
            </a:r>
            <a:endParaRPr lang="zh-CN" altLang="en-US" sz="1000"/>
          </a:p>
          <a:p>
            <a:r>
              <a:rPr lang="zh-CN" altLang="en-US" sz="1000" b="1">
                <a:solidFill>
                  <a:srgbClr val="FF0000"/>
                </a:solidFill>
              </a:rPr>
              <a:t>（8）缺陷定量（含允差）：圆形缺陷填写实际点数、其他缺陷填写实际长度值，若为综合评级填写“长度，点数”,不必填写“大于 1/2</a:t>
            </a:r>
            <a:r>
              <a:rPr lang="en-US" altLang="zh-CN" sz="1000" b="1">
                <a:solidFill>
                  <a:srgbClr val="FF0000"/>
                </a:solidFill>
              </a:rPr>
              <a:t>T”</a:t>
            </a:r>
            <a:r>
              <a:rPr lang="zh-CN" altLang="en-US" sz="1000" b="1">
                <a:solidFill>
                  <a:srgbClr val="FF0000"/>
                </a:solidFill>
              </a:rPr>
              <a:t>等，填写实际信息。</a:t>
            </a:r>
            <a:endParaRPr lang="zh-CN" altLang="en-US" sz="1000" b="1">
              <a:solidFill>
                <a:srgbClr val="FF0000"/>
              </a:solidFill>
            </a:endParaRPr>
          </a:p>
          <a:p>
            <a:r>
              <a:rPr lang="en-US" altLang="zh-CN" sz="1000"/>
              <a:t>（a）</a:t>
            </a:r>
            <a:r>
              <a:rPr lang="zh-CN" altLang="en-US" sz="1000"/>
              <a:t>形态复杂的裂纹按直线长度定量；横向密集裂纹记录最长的裂纹长度作为缺陷长度；</a:t>
            </a:r>
            <a:endParaRPr lang="zh-CN" altLang="en-US" sz="1000"/>
          </a:p>
          <a:p>
            <a:r>
              <a:rPr lang="en-US" altLang="zh-CN" sz="1000"/>
              <a:t>（b）</a:t>
            </a:r>
            <a:r>
              <a:rPr lang="zh-CN" altLang="en-US" sz="1000"/>
              <a:t>断续且在长度方向延伸的裂纹、未熔合、未焊透可按“一个缺陷”记录总长度，若断续间隔非常明显和清晰的，则单独记录长度信息；</a:t>
            </a:r>
            <a:endParaRPr lang="zh-CN" altLang="en-US" sz="1000"/>
          </a:p>
          <a:p>
            <a:r>
              <a:rPr lang="en-US" altLang="zh-CN" sz="1000"/>
              <a:t>（c）</a:t>
            </a:r>
            <a:r>
              <a:rPr lang="zh-CN" altLang="en-US" sz="1000"/>
              <a:t>条形缺陷若按“一个缺陷”记录缺陷定位时，根据标准按照“一个缺陷”记录缺陷长度信息。</a:t>
            </a:r>
            <a:endParaRPr lang="zh-CN" altLang="en-US" sz="1000"/>
          </a:p>
          <a:p>
            <a:r>
              <a:rPr lang="zh-CN" altLang="en-US" sz="1000"/>
              <a:t>（9）其他：</a:t>
            </a:r>
            <a:r>
              <a:rPr lang="zh-CN" altLang="en-US" sz="1000">
                <a:solidFill>
                  <a:srgbClr val="FF0000"/>
                </a:solidFill>
              </a:rPr>
              <a:t>管道类的根部内凹和根部咬边的深度在评级时不予以考虑，均按长度评级，由于</a:t>
            </a:r>
            <a:r>
              <a:rPr lang="en-US" altLang="en-US" sz="1000">
                <a:solidFill>
                  <a:srgbClr val="FF0000"/>
                </a:solidFill>
              </a:rPr>
              <a:t>Ⅱ</a:t>
            </a:r>
            <a:r>
              <a:rPr lang="zh-CN" altLang="en-US" sz="1000">
                <a:solidFill>
                  <a:srgbClr val="FF0000"/>
                </a:solidFill>
              </a:rPr>
              <a:t>级和</a:t>
            </a:r>
            <a:r>
              <a:rPr lang="en-US" altLang="en-US" sz="1000">
                <a:solidFill>
                  <a:srgbClr val="FF0000"/>
                </a:solidFill>
              </a:rPr>
              <a:t>Ⅲ</a:t>
            </a:r>
            <a:r>
              <a:rPr lang="zh-CN" altLang="en-US" sz="1000">
                <a:solidFill>
                  <a:srgbClr val="FF0000"/>
                </a:solidFill>
              </a:rPr>
              <a:t>级允许的长度一样，当缺陷总长度＞</a:t>
            </a:r>
            <a:r>
              <a:rPr lang="en-US" altLang="en-US" sz="1000">
                <a:solidFill>
                  <a:srgbClr val="FF0000"/>
                </a:solidFill>
              </a:rPr>
              <a:t>Ⅲ</a:t>
            </a:r>
            <a:r>
              <a:rPr lang="zh-CN" altLang="en-US" sz="1000">
                <a:solidFill>
                  <a:srgbClr val="FF0000"/>
                </a:solidFill>
              </a:rPr>
              <a:t>级时评为 </a:t>
            </a:r>
            <a:r>
              <a:rPr lang="en-US" altLang="zh-CN" sz="1000">
                <a:solidFill>
                  <a:srgbClr val="FF0000"/>
                </a:solidFill>
              </a:rPr>
              <a:t>IV，</a:t>
            </a:r>
            <a:r>
              <a:rPr lang="zh-CN" altLang="en-US" sz="1000">
                <a:solidFill>
                  <a:srgbClr val="FF0000"/>
                </a:solidFill>
              </a:rPr>
              <a:t>其余情况评定为</a:t>
            </a:r>
            <a:r>
              <a:rPr lang="en-US" altLang="en-US" sz="1000">
                <a:solidFill>
                  <a:srgbClr val="FF0000"/>
                </a:solidFill>
              </a:rPr>
              <a:t>Ⅱ</a:t>
            </a:r>
            <a:r>
              <a:rPr lang="zh-CN" altLang="en-US" sz="1000">
                <a:solidFill>
                  <a:srgbClr val="FF0000"/>
                </a:solidFill>
              </a:rPr>
              <a:t>级。</a:t>
            </a:r>
            <a:endParaRPr lang="zh-CN" altLang="en-US" sz="1000">
              <a:solidFill>
                <a:srgbClr val="FF0000"/>
              </a:solidFill>
            </a:endParaRPr>
          </a:p>
        </p:txBody>
      </p:sp>
      <p:sp>
        <p:nvSpPr>
          <p:cNvPr id="4" name="灯片编号占位符 3"/>
          <p:cNvSpPr>
            <a:spLocks noGrp="1"/>
          </p:cNvSpPr>
          <p:nvPr>
            <p:ph type="sldNum" sz="quarter" idx="12"/>
          </p:nvPr>
        </p:nvSpPr>
        <p:spPr/>
        <p:txBody>
          <a:bodyPr/>
          <a:p>
            <a:fld id="{504B74FA-6DB9-4BBE-839F-B2CEDD7BA046}" type="slidenum">
              <a:rPr lang="zh-CN" altLang="en-US" smtClean="0"/>
            </a:fld>
            <a:endParaRPr lang="zh-CN" altLang="en-US"/>
          </a:p>
        </p:txBody>
      </p:sp>
      <p:sp>
        <p:nvSpPr>
          <p:cNvPr id="24" name="矩形 23"/>
          <p:cNvSpPr/>
          <p:nvPr/>
        </p:nvSpPr>
        <p:spPr>
          <a:xfrm>
            <a:off x="555563" y="112794"/>
            <a:ext cx="5059680" cy="583565"/>
          </a:xfrm>
          <a:prstGeom prst="rect">
            <a:avLst/>
          </a:prstGeom>
        </p:spPr>
        <p:txBody>
          <a:bodyPr wrap="none">
            <a:spAutoFit/>
          </a:bodyPr>
          <a:lstStyle/>
          <a:p>
            <a:r>
              <a:rPr lang="zh-CN" altLang="en-US" sz="3200" dirty="0"/>
              <a:t>竞赛规则中对评定等级要</a:t>
            </a:r>
            <a:r>
              <a:rPr lang="zh-CN" altLang="en-US" sz="3200" dirty="0"/>
              <a:t>求</a:t>
            </a:r>
            <a:endParaRPr lang="zh-CN" alt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738382" y="80469"/>
            <a:ext cx="10569953" cy="5978262"/>
            <a:chOff x="738382" y="80469"/>
            <a:chExt cx="10569953" cy="5978262"/>
          </a:xfrm>
        </p:grpSpPr>
        <p:sp>
          <p:nvSpPr>
            <p:cNvPr id="15" name="矩形 14"/>
            <p:cNvSpPr/>
            <p:nvPr/>
          </p:nvSpPr>
          <p:spPr>
            <a:xfrm>
              <a:off x="6533931" y="2179586"/>
              <a:ext cx="4774404" cy="1351735"/>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矩形 10"/>
            <p:cNvSpPr/>
            <p:nvPr/>
          </p:nvSpPr>
          <p:spPr>
            <a:xfrm>
              <a:off x="738382" y="2285793"/>
              <a:ext cx="5613721" cy="1351735"/>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矩形 11"/>
            <p:cNvSpPr/>
            <p:nvPr/>
          </p:nvSpPr>
          <p:spPr>
            <a:xfrm>
              <a:off x="3511532" y="3945304"/>
              <a:ext cx="5613721" cy="2077958"/>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3326203" y="80469"/>
              <a:ext cx="5613721" cy="1693687"/>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5868" y="962403"/>
              <a:ext cx="4472630" cy="714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4249409" y="261881"/>
              <a:ext cx="4169656" cy="584775"/>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小径</a:t>
              </a:r>
              <a:r>
                <a:rPr lang="zh-CN" altLang="en-US" sz="1600" dirty="0">
                  <a:latin typeface="微软雅黑" panose="020B0503020204020204" pitchFamily="34" charset="-122"/>
                  <a:ea typeface="微软雅黑" panose="020B0503020204020204" pitchFamily="34" charset="-122"/>
                </a:rPr>
                <a:t>管</a:t>
              </a:r>
              <a:r>
                <a:rPr lang="zh-CN" altLang="en-US" sz="1600" dirty="0" smtClean="0">
                  <a:latin typeface="微软雅黑" panose="020B0503020204020204" pitchFamily="34" charset="-122"/>
                  <a:ea typeface="微软雅黑" panose="020B0503020204020204" pitchFamily="34" charset="-122"/>
                </a:rPr>
                <a:t>，评定</a:t>
              </a:r>
              <a:r>
                <a:rPr lang="zh-CN" altLang="en-US" sz="1600" dirty="0">
                  <a:latin typeface="微软雅黑" panose="020B0503020204020204" pitchFamily="34" charset="-122"/>
                  <a:ea typeface="微软雅黑" panose="020B0503020204020204" pitchFamily="34" charset="-122"/>
                </a:rPr>
                <a:t>区</a:t>
              </a:r>
              <a:r>
                <a:rPr lang="zh-CN" altLang="en-US" sz="1600" dirty="0" smtClean="0">
                  <a:latin typeface="微软雅黑" panose="020B0503020204020204" pitchFamily="34" charset="-122"/>
                  <a:ea typeface="微软雅黑" panose="020B0503020204020204" pitchFamily="34" charset="-122"/>
                </a:rPr>
                <a:t>尺寸都是按</a:t>
              </a:r>
              <a:r>
                <a:rPr lang="en-US" altLang="zh-CN" sz="1600" dirty="0" smtClean="0">
                  <a:latin typeface="微软雅黑" panose="020B0503020204020204" pitchFamily="34" charset="-122"/>
                  <a:ea typeface="微软雅黑" panose="020B0503020204020204" pitchFamily="34" charset="-122"/>
                </a:rPr>
                <a:t>10*10mm</a:t>
              </a:r>
              <a:endParaRPr lang="en-US" altLang="zh-CN" sz="1600"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中大径</a:t>
              </a:r>
              <a:r>
                <a:rPr lang="zh-CN" altLang="en-US" sz="1600" dirty="0">
                  <a:latin typeface="微软雅黑" panose="020B0503020204020204" pitchFamily="34" charset="-122"/>
                  <a:ea typeface="微软雅黑" panose="020B0503020204020204" pitchFamily="34" charset="-122"/>
                </a:rPr>
                <a:t>管</a:t>
              </a:r>
              <a:r>
                <a:rPr lang="zh-CN" altLang="en-US" sz="1600" dirty="0" smtClean="0">
                  <a:latin typeface="微软雅黑" panose="020B0503020204020204" pitchFamily="34" charset="-122"/>
                  <a:ea typeface="微软雅黑" panose="020B0503020204020204" pitchFamily="34" charset="-122"/>
                </a:rPr>
                <a:t>，按母厚度来定评定区尺寸</a:t>
              </a:r>
              <a:endParaRPr lang="zh-CN" altLang="en-US" sz="1600" dirty="0">
                <a:latin typeface="微软雅黑" panose="020B0503020204020204" pitchFamily="34" charset="-122"/>
                <a:ea typeface="微软雅黑" panose="020B0503020204020204" pitchFamily="34" charset="-122"/>
              </a:endParaRPr>
            </a:p>
          </p:txBody>
        </p:sp>
        <p:sp>
          <p:nvSpPr>
            <p:cNvPr id="7" name="TextBox 6"/>
            <p:cNvSpPr txBox="1"/>
            <p:nvPr/>
          </p:nvSpPr>
          <p:spPr>
            <a:xfrm>
              <a:off x="1774961" y="2285793"/>
              <a:ext cx="3972887"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圆形缺陷按最长的长径来计算点数</a:t>
              </a:r>
              <a:endParaRPr lang="zh-CN" altLang="en-US" sz="1600" dirty="0">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726" y="2621459"/>
              <a:ext cx="5299034" cy="8618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073376" y="3945304"/>
              <a:ext cx="1736572"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圆形缺陷评级标准</a:t>
              </a:r>
              <a:endParaRPr lang="zh-CN" altLang="en-US" sz="1400" dirty="0">
                <a:latin typeface="微软雅黑" panose="020B0503020204020204" pitchFamily="34" charset="-122"/>
                <a:ea typeface="微软雅黑" panose="020B0503020204020204" pitchFamily="34" charset="-122"/>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7954" y="4253081"/>
              <a:ext cx="4999115" cy="1805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5425" y="2478751"/>
              <a:ext cx="4392438" cy="984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p:cNvSpPr txBox="1"/>
            <p:nvPr/>
          </p:nvSpPr>
          <p:spPr>
            <a:xfrm>
              <a:off x="6953481" y="2142966"/>
              <a:ext cx="3972887"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圆形缺陷此种情况不计点数</a:t>
              </a:r>
              <a:endParaRPr lang="zh-CN" altLang="en-US" sz="1600" dirty="0">
                <a:latin typeface="微软雅黑" panose="020B0503020204020204" pitchFamily="34" charset="-122"/>
                <a:ea typeface="微软雅黑" panose="020B0503020204020204" pitchFamily="34" charset="-122"/>
              </a:endParaRPr>
            </a:p>
          </p:txBody>
        </p:sp>
        <p:cxnSp>
          <p:nvCxnSpPr>
            <p:cNvPr id="16" name="直接箭头连接符 15"/>
            <p:cNvCxnSpPr>
              <a:stCxn id="2" idx="2"/>
            </p:cNvCxnSpPr>
            <p:nvPr/>
          </p:nvCxnSpPr>
          <p:spPr>
            <a:xfrm flipH="1">
              <a:off x="3545242" y="1774156"/>
              <a:ext cx="2587822" cy="5116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 idx="2"/>
              <a:endCxn id="14" idx="0"/>
            </p:cNvCxnSpPr>
            <p:nvPr/>
          </p:nvCxnSpPr>
          <p:spPr>
            <a:xfrm>
              <a:off x="6133064" y="1774156"/>
              <a:ext cx="2806861" cy="368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1" idx="2"/>
              <a:endCxn id="9" idx="0"/>
            </p:cNvCxnSpPr>
            <p:nvPr/>
          </p:nvCxnSpPr>
          <p:spPr>
            <a:xfrm>
              <a:off x="3545243" y="3637528"/>
              <a:ext cx="2396419" cy="3077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5" idx="2"/>
            </p:cNvCxnSpPr>
            <p:nvPr/>
          </p:nvCxnSpPr>
          <p:spPr>
            <a:xfrm flipH="1">
              <a:off x="6092183" y="3531321"/>
              <a:ext cx="2828950" cy="4139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a:xfrm>
            <a:off x="555563" y="188359"/>
            <a:ext cx="2646878" cy="584775"/>
          </a:xfrm>
          <a:prstGeom prst="rect">
            <a:avLst/>
          </a:prstGeom>
        </p:spPr>
        <p:txBody>
          <a:bodyPr wrap="none">
            <a:spAutoFit/>
          </a:bodyPr>
          <a:lstStyle/>
          <a:p>
            <a:r>
              <a:rPr lang="zh-CN" altLang="en-US" sz="3200" dirty="0"/>
              <a:t>圆形缺陷定级</a:t>
            </a:r>
            <a:endParaRPr lang="zh-CN" altLang="en-US" sz="3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14758" y="336350"/>
            <a:ext cx="3842438" cy="867417"/>
          </a:xfrm>
        </p:spPr>
        <p:txBody>
          <a:bodyPr/>
          <a:lstStyle/>
          <a:p>
            <a:r>
              <a:rPr lang="zh-CN" altLang="en-US" sz="3200" dirty="0"/>
              <a:t>质量等级判定流程</a:t>
            </a:r>
            <a:endParaRPr lang="zh-CN" altLang="en-US" sz="3200" dirty="0"/>
          </a:p>
        </p:txBody>
      </p:sp>
      <p:sp>
        <p:nvSpPr>
          <p:cNvPr id="3" name="副标题 2"/>
          <p:cNvSpPr>
            <a:spLocks noGrp="1"/>
          </p:cNvSpPr>
          <p:nvPr>
            <p:ph type="subTitle" idx="1"/>
          </p:nvPr>
        </p:nvSpPr>
        <p:spPr>
          <a:xfrm>
            <a:off x="7679472" y="277579"/>
            <a:ext cx="2149225" cy="246941"/>
          </a:xfrm>
          <a:ln>
            <a:solidFill>
              <a:schemeClr val="tx1"/>
            </a:solidFill>
          </a:ln>
        </p:spPr>
        <p:txBody>
          <a:bodyPr/>
          <a:lstStyle/>
          <a:p>
            <a:r>
              <a:rPr lang="zh-CN" altLang="en-US" sz="1600" dirty="0">
                <a:solidFill>
                  <a:schemeClr val="tx1"/>
                </a:solidFill>
              </a:rPr>
              <a:t>开始评定</a:t>
            </a:r>
            <a:endParaRPr lang="zh-CN" altLang="en-US" sz="1600" dirty="0">
              <a:solidFill>
                <a:schemeClr val="tx1"/>
              </a:solidFill>
            </a:endParaRPr>
          </a:p>
        </p:txBody>
      </p:sp>
      <p:sp>
        <p:nvSpPr>
          <p:cNvPr id="4" name="灯片编号占位符 3"/>
          <p:cNvSpPr>
            <a:spLocks noGrp="1"/>
          </p:cNvSpPr>
          <p:nvPr>
            <p:ph type="sldNum" sz="quarter" idx="12"/>
          </p:nvPr>
        </p:nvSpPr>
        <p:spPr>
          <a:xfrm>
            <a:off x="7536563" y="6203983"/>
            <a:ext cx="2845911" cy="365125"/>
          </a:xfrm>
        </p:spPr>
        <p:txBody>
          <a:bodyPr/>
          <a:lstStyle/>
          <a:p>
            <a:fld id="{504B74FA-6DB9-4BBE-839F-B2CEDD7BA046}" type="slidenum">
              <a:rPr lang="zh-CN" altLang="en-US" smtClean="0"/>
            </a:fld>
            <a:endParaRPr lang="zh-CN" altLang="en-US" dirty="0"/>
          </a:p>
        </p:txBody>
      </p:sp>
      <p:sp>
        <p:nvSpPr>
          <p:cNvPr id="5" name="矩形 4"/>
          <p:cNvSpPr/>
          <p:nvPr/>
        </p:nvSpPr>
        <p:spPr>
          <a:xfrm>
            <a:off x="6840741" y="996913"/>
            <a:ext cx="3775393" cy="369332"/>
          </a:xfrm>
          <a:prstGeom prst="rect">
            <a:avLst/>
          </a:prstGeom>
          <a:ln>
            <a:solidFill>
              <a:schemeClr val="tx1"/>
            </a:solidFill>
          </a:ln>
        </p:spPr>
        <p:txBody>
          <a:bodyPr wrap="none">
            <a:spAutoFit/>
          </a:bodyPr>
          <a:lstStyle/>
          <a:p>
            <a:r>
              <a:rPr lang="zh-CN" altLang="en-US" dirty="0"/>
              <a:t>检查是否存在裂纹</a:t>
            </a:r>
            <a:r>
              <a:rPr lang="en-US" altLang="zh-CN" dirty="0"/>
              <a:t>/</a:t>
            </a:r>
            <a:r>
              <a:rPr lang="zh-CN" altLang="en-US" dirty="0"/>
              <a:t>未熔合</a:t>
            </a:r>
            <a:r>
              <a:rPr lang="en-US" altLang="zh-CN" dirty="0"/>
              <a:t>/</a:t>
            </a:r>
            <a:r>
              <a:rPr lang="zh-CN" altLang="en-US" dirty="0"/>
              <a:t>未焊透？</a:t>
            </a:r>
            <a:endParaRPr lang="zh-CN" altLang="en-US" dirty="0"/>
          </a:p>
        </p:txBody>
      </p:sp>
      <p:sp>
        <p:nvSpPr>
          <p:cNvPr id="6" name="矩形 5"/>
          <p:cNvSpPr/>
          <p:nvPr/>
        </p:nvSpPr>
        <p:spPr>
          <a:xfrm>
            <a:off x="4363806" y="1366066"/>
            <a:ext cx="2146742" cy="369332"/>
          </a:xfrm>
          <a:prstGeom prst="rect">
            <a:avLst/>
          </a:prstGeom>
          <a:ln>
            <a:solidFill>
              <a:schemeClr val="tx1"/>
            </a:solidFill>
          </a:ln>
        </p:spPr>
        <p:txBody>
          <a:bodyPr wrap="none">
            <a:spAutoFit/>
          </a:bodyPr>
          <a:lstStyle/>
          <a:p>
            <a:r>
              <a:rPr lang="zh-CN" altLang="en-US" dirty="0"/>
              <a:t>判 </a:t>
            </a:r>
            <a:r>
              <a:rPr lang="en-US" altLang="zh-CN" dirty="0"/>
              <a:t>IV </a:t>
            </a:r>
            <a:r>
              <a:rPr lang="zh-CN" altLang="en-US" dirty="0"/>
              <a:t>级（不合格）</a:t>
            </a:r>
            <a:endParaRPr lang="zh-CN" altLang="en-US" dirty="0"/>
          </a:p>
        </p:txBody>
      </p:sp>
      <p:cxnSp>
        <p:nvCxnSpPr>
          <p:cNvPr id="8" name="肘形连接符 7"/>
          <p:cNvCxnSpPr>
            <a:stCxn id="5" idx="1"/>
            <a:endCxn id="6" idx="0"/>
          </p:cNvCxnSpPr>
          <p:nvPr/>
        </p:nvCxnSpPr>
        <p:spPr>
          <a:xfrm rot="10800000" flipV="1">
            <a:off x="5437177" y="1181578"/>
            <a:ext cx="1403564" cy="18448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3" idx="2"/>
            <a:endCxn id="5" idx="0"/>
          </p:cNvCxnSpPr>
          <p:nvPr/>
        </p:nvCxnSpPr>
        <p:spPr>
          <a:xfrm rot="5400000">
            <a:off x="8505066" y="747893"/>
            <a:ext cx="472393" cy="25647"/>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749662" y="812247"/>
            <a:ext cx="415498" cy="369332"/>
          </a:xfrm>
          <a:prstGeom prst="rect">
            <a:avLst/>
          </a:prstGeom>
        </p:spPr>
        <p:txBody>
          <a:bodyPr wrap="none">
            <a:spAutoFit/>
          </a:bodyPr>
          <a:lstStyle/>
          <a:p>
            <a:r>
              <a:rPr lang="zh-CN" altLang="en-US" dirty="0" smtClean="0"/>
              <a:t>是</a:t>
            </a:r>
            <a:endParaRPr lang="zh-CN" altLang="en-US" dirty="0"/>
          </a:p>
        </p:txBody>
      </p:sp>
      <p:sp>
        <p:nvSpPr>
          <p:cNvPr id="14" name="矩形 13"/>
          <p:cNvSpPr/>
          <p:nvPr/>
        </p:nvSpPr>
        <p:spPr>
          <a:xfrm>
            <a:off x="9026677" y="1506278"/>
            <a:ext cx="415498" cy="369332"/>
          </a:xfrm>
          <a:prstGeom prst="rect">
            <a:avLst/>
          </a:prstGeom>
        </p:spPr>
        <p:txBody>
          <a:bodyPr wrap="none">
            <a:spAutoFit/>
          </a:bodyPr>
          <a:lstStyle/>
          <a:p>
            <a:r>
              <a:rPr lang="zh-CN" altLang="en-US" dirty="0" smtClean="0"/>
              <a:t>否</a:t>
            </a:r>
            <a:endParaRPr lang="zh-CN" altLang="en-US" dirty="0"/>
          </a:p>
        </p:txBody>
      </p:sp>
      <p:sp>
        <p:nvSpPr>
          <p:cNvPr id="15" name="矩形 14"/>
          <p:cNvSpPr/>
          <p:nvPr/>
        </p:nvSpPr>
        <p:spPr>
          <a:xfrm>
            <a:off x="7507589" y="1844914"/>
            <a:ext cx="2492990" cy="369332"/>
          </a:xfrm>
          <a:prstGeom prst="rect">
            <a:avLst/>
          </a:prstGeom>
          <a:ln>
            <a:solidFill>
              <a:schemeClr val="tx1"/>
            </a:solidFill>
          </a:ln>
        </p:spPr>
        <p:txBody>
          <a:bodyPr wrap="none">
            <a:spAutoFit/>
          </a:bodyPr>
          <a:lstStyle/>
          <a:p>
            <a:r>
              <a:rPr lang="zh-CN" altLang="en-US" dirty="0"/>
              <a:t>检查是否存在</a:t>
            </a:r>
            <a:r>
              <a:rPr lang="zh-CN" altLang="en-US" dirty="0" smtClean="0"/>
              <a:t>圆形</a:t>
            </a:r>
            <a:r>
              <a:rPr lang="zh-CN" altLang="en-US" dirty="0"/>
              <a:t>缺陷</a:t>
            </a:r>
            <a:endParaRPr lang="zh-CN" altLang="en-US" dirty="0"/>
          </a:p>
        </p:txBody>
      </p:sp>
      <p:cxnSp>
        <p:nvCxnSpPr>
          <p:cNvPr id="17" name="肘形连接符 16"/>
          <p:cNvCxnSpPr>
            <a:stCxn id="5" idx="2"/>
            <a:endCxn id="15" idx="0"/>
          </p:cNvCxnSpPr>
          <p:nvPr/>
        </p:nvCxnSpPr>
        <p:spPr>
          <a:xfrm rot="16200000" flipH="1">
            <a:off x="8501927" y="1592756"/>
            <a:ext cx="478669" cy="25646"/>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9021706" y="2320472"/>
            <a:ext cx="415498" cy="369332"/>
          </a:xfrm>
          <a:prstGeom prst="rect">
            <a:avLst/>
          </a:prstGeom>
        </p:spPr>
        <p:txBody>
          <a:bodyPr wrap="none">
            <a:spAutoFit/>
          </a:bodyPr>
          <a:lstStyle/>
          <a:p>
            <a:r>
              <a:rPr lang="zh-CN" altLang="en-US" dirty="0" smtClean="0"/>
              <a:t>否</a:t>
            </a:r>
            <a:endParaRPr lang="zh-CN" altLang="en-US" dirty="0"/>
          </a:p>
        </p:txBody>
      </p:sp>
      <p:sp>
        <p:nvSpPr>
          <p:cNvPr id="20" name="矩形 19"/>
          <p:cNvSpPr/>
          <p:nvPr/>
        </p:nvSpPr>
        <p:spPr>
          <a:xfrm>
            <a:off x="6877079" y="2142307"/>
            <a:ext cx="415498" cy="369332"/>
          </a:xfrm>
          <a:prstGeom prst="rect">
            <a:avLst/>
          </a:prstGeom>
        </p:spPr>
        <p:txBody>
          <a:bodyPr wrap="none">
            <a:spAutoFit/>
          </a:bodyPr>
          <a:lstStyle/>
          <a:p>
            <a:r>
              <a:rPr lang="zh-CN" altLang="en-US" dirty="0" smtClean="0"/>
              <a:t>是</a:t>
            </a:r>
            <a:endParaRPr lang="zh-CN" altLang="en-US" dirty="0"/>
          </a:p>
        </p:txBody>
      </p:sp>
      <p:sp>
        <p:nvSpPr>
          <p:cNvPr id="22" name="矩形 21"/>
          <p:cNvSpPr/>
          <p:nvPr/>
        </p:nvSpPr>
        <p:spPr>
          <a:xfrm>
            <a:off x="7353700" y="2614977"/>
            <a:ext cx="3108543" cy="369332"/>
          </a:xfrm>
          <a:prstGeom prst="rect">
            <a:avLst/>
          </a:prstGeom>
          <a:ln>
            <a:solidFill>
              <a:schemeClr val="tx1"/>
            </a:solidFill>
          </a:ln>
        </p:spPr>
        <p:txBody>
          <a:bodyPr wrap="none">
            <a:spAutoFit/>
          </a:bodyPr>
          <a:lstStyle/>
          <a:p>
            <a:r>
              <a:rPr lang="zh-CN" altLang="en-US" dirty="0"/>
              <a:t>检查是否</a:t>
            </a:r>
            <a:r>
              <a:rPr lang="zh-CN" altLang="en-US" dirty="0" smtClean="0"/>
              <a:t>存在</a:t>
            </a:r>
            <a:r>
              <a:rPr lang="zh-CN" altLang="en-US" dirty="0"/>
              <a:t>条形</a:t>
            </a:r>
            <a:r>
              <a:rPr lang="zh-CN" altLang="en-US" dirty="0" smtClean="0"/>
              <a:t>缺陷</a:t>
            </a:r>
            <a:r>
              <a:rPr lang="en-US" altLang="zh-CN" dirty="0" smtClean="0"/>
              <a:t>(</a:t>
            </a:r>
            <a:r>
              <a:rPr lang="zh-CN" altLang="en-US" dirty="0" smtClean="0"/>
              <a:t>单个</a:t>
            </a:r>
            <a:r>
              <a:rPr lang="en-US" altLang="zh-CN" dirty="0" smtClean="0"/>
              <a:t>)</a:t>
            </a:r>
            <a:endParaRPr lang="zh-CN" altLang="en-US" dirty="0"/>
          </a:p>
        </p:txBody>
      </p:sp>
      <p:sp>
        <p:nvSpPr>
          <p:cNvPr id="23" name="矩形 22"/>
          <p:cNvSpPr/>
          <p:nvPr/>
        </p:nvSpPr>
        <p:spPr>
          <a:xfrm>
            <a:off x="9140709" y="3016317"/>
            <a:ext cx="415498" cy="369332"/>
          </a:xfrm>
          <a:prstGeom prst="rect">
            <a:avLst/>
          </a:prstGeom>
        </p:spPr>
        <p:txBody>
          <a:bodyPr wrap="none">
            <a:spAutoFit/>
          </a:bodyPr>
          <a:lstStyle/>
          <a:p>
            <a:r>
              <a:rPr lang="zh-CN" altLang="en-US" dirty="0" smtClean="0"/>
              <a:t>否</a:t>
            </a:r>
            <a:endParaRPr lang="zh-CN" altLang="en-US" dirty="0"/>
          </a:p>
        </p:txBody>
      </p:sp>
      <p:cxnSp>
        <p:nvCxnSpPr>
          <p:cNvPr id="24" name="肘形连接符 23"/>
          <p:cNvCxnSpPr>
            <a:stCxn id="15" idx="2"/>
            <a:endCxn id="22" idx="0"/>
          </p:cNvCxnSpPr>
          <p:nvPr/>
        </p:nvCxnSpPr>
        <p:spPr>
          <a:xfrm rot="16200000" flipH="1">
            <a:off x="8630663" y="2337667"/>
            <a:ext cx="400731" cy="153888"/>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6877079" y="3097029"/>
            <a:ext cx="415498" cy="369332"/>
          </a:xfrm>
          <a:prstGeom prst="rect">
            <a:avLst/>
          </a:prstGeom>
        </p:spPr>
        <p:txBody>
          <a:bodyPr wrap="none">
            <a:spAutoFit/>
          </a:bodyPr>
          <a:lstStyle/>
          <a:p>
            <a:r>
              <a:rPr lang="zh-CN" altLang="en-US" dirty="0" smtClean="0"/>
              <a:t>是</a:t>
            </a:r>
            <a:endParaRPr lang="zh-CN" altLang="en-US" dirty="0"/>
          </a:p>
        </p:txBody>
      </p:sp>
      <p:sp>
        <p:nvSpPr>
          <p:cNvPr id="27" name="矩形 26"/>
          <p:cNvSpPr/>
          <p:nvPr/>
        </p:nvSpPr>
        <p:spPr>
          <a:xfrm>
            <a:off x="7353700" y="3573310"/>
            <a:ext cx="3108543" cy="369332"/>
          </a:xfrm>
          <a:prstGeom prst="rect">
            <a:avLst/>
          </a:prstGeom>
          <a:solidFill>
            <a:schemeClr val="bg1"/>
          </a:solidFill>
          <a:ln>
            <a:solidFill>
              <a:schemeClr val="tx1"/>
            </a:solidFill>
          </a:ln>
        </p:spPr>
        <p:txBody>
          <a:bodyPr wrap="none">
            <a:spAutoFit/>
          </a:bodyPr>
          <a:lstStyle/>
          <a:p>
            <a:r>
              <a:rPr lang="zh-CN" altLang="en-US" dirty="0">
                <a:solidFill>
                  <a:schemeClr val="bg2">
                    <a:lumMod val="75000"/>
                  </a:schemeClr>
                </a:solidFill>
              </a:rPr>
              <a:t>检查是否</a:t>
            </a:r>
            <a:r>
              <a:rPr lang="zh-CN" altLang="en-US" dirty="0" smtClean="0">
                <a:solidFill>
                  <a:schemeClr val="bg2">
                    <a:lumMod val="75000"/>
                  </a:schemeClr>
                </a:solidFill>
              </a:rPr>
              <a:t>存在</a:t>
            </a:r>
            <a:r>
              <a:rPr lang="zh-CN" altLang="en-US" dirty="0">
                <a:solidFill>
                  <a:schemeClr val="bg2">
                    <a:lumMod val="75000"/>
                  </a:schemeClr>
                </a:solidFill>
              </a:rPr>
              <a:t>条形</a:t>
            </a:r>
            <a:r>
              <a:rPr lang="zh-CN" altLang="en-US" dirty="0" smtClean="0">
                <a:solidFill>
                  <a:schemeClr val="bg2">
                    <a:lumMod val="75000"/>
                  </a:schemeClr>
                </a:solidFill>
              </a:rPr>
              <a:t>缺陷</a:t>
            </a:r>
            <a:r>
              <a:rPr lang="en-US" altLang="zh-CN" dirty="0" smtClean="0">
                <a:solidFill>
                  <a:schemeClr val="bg2">
                    <a:lumMod val="75000"/>
                  </a:schemeClr>
                </a:solidFill>
              </a:rPr>
              <a:t>(</a:t>
            </a:r>
            <a:r>
              <a:rPr lang="zh-CN" altLang="en-US" dirty="0" smtClean="0">
                <a:solidFill>
                  <a:schemeClr val="bg2">
                    <a:lumMod val="75000"/>
                  </a:schemeClr>
                </a:solidFill>
              </a:rPr>
              <a:t>一组</a:t>
            </a:r>
            <a:r>
              <a:rPr lang="en-US" altLang="zh-CN" dirty="0" smtClean="0">
                <a:solidFill>
                  <a:schemeClr val="bg2">
                    <a:lumMod val="75000"/>
                  </a:schemeClr>
                </a:solidFill>
              </a:rPr>
              <a:t>)</a:t>
            </a:r>
            <a:endParaRPr lang="zh-CN" altLang="en-US" dirty="0">
              <a:solidFill>
                <a:schemeClr val="bg2">
                  <a:lumMod val="75000"/>
                </a:schemeClr>
              </a:solidFill>
            </a:endParaRPr>
          </a:p>
        </p:txBody>
      </p:sp>
      <p:cxnSp>
        <p:nvCxnSpPr>
          <p:cNvPr id="30" name="肘形连接符 29"/>
          <p:cNvCxnSpPr>
            <a:endCxn id="27" idx="0"/>
          </p:cNvCxnSpPr>
          <p:nvPr/>
        </p:nvCxnSpPr>
        <p:spPr>
          <a:xfrm rot="5400000">
            <a:off x="8629479" y="3294813"/>
            <a:ext cx="556991" cy="3"/>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7334222" y="4408779"/>
            <a:ext cx="3262432" cy="369332"/>
          </a:xfrm>
          <a:prstGeom prst="rect">
            <a:avLst/>
          </a:prstGeom>
          <a:solidFill>
            <a:schemeClr val="bg1"/>
          </a:solidFill>
          <a:ln>
            <a:solidFill>
              <a:schemeClr val="tx1"/>
            </a:solidFill>
          </a:ln>
        </p:spPr>
        <p:txBody>
          <a:bodyPr wrap="none">
            <a:spAutoFit/>
          </a:bodyPr>
          <a:lstStyle/>
          <a:p>
            <a:r>
              <a:rPr lang="zh-CN" altLang="en-US" dirty="0">
                <a:solidFill>
                  <a:schemeClr val="bg2">
                    <a:lumMod val="75000"/>
                  </a:schemeClr>
                </a:solidFill>
              </a:rPr>
              <a:t>检查是否</a:t>
            </a:r>
            <a:r>
              <a:rPr lang="zh-CN" altLang="en-US" dirty="0" smtClean="0">
                <a:solidFill>
                  <a:schemeClr val="bg2">
                    <a:lumMod val="75000"/>
                  </a:schemeClr>
                </a:solidFill>
              </a:rPr>
              <a:t>存在咬边和内凹缺陷</a:t>
            </a:r>
            <a:endParaRPr lang="zh-CN" altLang="en-US" dirty="0">
              <a:solidFill>
                <a:schemeClr val="bg2">
                  <a:lumMod val="75000"/>
                </a:schemeClr>
              </a:solidFill>
            </a:endParaRPr>
          </a:p>
        </p:txBody>
      </p:sp>
      <p:sp>
        <p:nvSpPr>
          <p:cNvPr id="34" name="矩形 33"/>
          <p:cNvSpPr/>
          <p:nvPr/>
        </p:nvSpPr>
        <p:spPr>
          <a:xfrm>
            <a:off x="9101282" y="4039416"/>
            <a:ext cx="415498" cy="369332"/>
          </a:xfrm>
          <a:prstGeom prst="rect">
            <a:avLst/>
          </a:prstGeom>
          <a:solidFill>
            <a:schemeClr val="bg1"/>
          </a:solidFill>
        </p:spPr>
        <p:txBody>
          <a:bodyPr wrap="none">
            <a:spAutoFit/>
          </a:bodyPr>
          <a:lstStyle/>
          <a:p>
            <a:r>
              <a:rPr lang="zh-CN" altLang="en-US" dirty="0" smtClean="0">
                <a:solidFill>
                  <a:schemeClr val="bg2">
                    <a:lumMod val="75000"/>
                  </a:schemeClr>
                </a:solidFill>
              </a:rPr>
              <a:t>否</a:t>
            </a:r>
            <a:endParaRPr lang="zh-CN" altLang="en-US" dirty="0">
              <a:solidFill>
                <a:schemeClr val="bg2">
                  <a:lumMod val="75000"/>
                </a:schemeClr>
              </a:solidFill>
            </a:endParaRPr>
          </a:p>
        </p:txBody>
      </p:sp>
      <p:cxnSp>
        <p:nvCxnSpPr>
          <p:cNvPr id="35" name="肘形连接符 34"/>
          <p:cNvCxnSpPr>
            <a:endCxn id="33" idx="0"/>
          </p:cNvCxnSpPr>
          <p:nvPr/>
        </p:nvCxnSpPr>
        <p:spPr>
          <a:xfrm rot="16200000" flipH="1">
            <a:off x="8708692" y="4152033"/>
            <a:ext cx="463192" cy="503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8408784" y="5521716"/>
            <a:ext cx="1107996" cy="369332"/>
          </a:xfrm>
          <a:prstGeom prst="rect">
            <a:avLst/>
          </a:prstGeom>
          <a:ln>
            <a:solidFill>
              <a:schemeClr val="tx1"/>
            </a:solidFill>
          </a:ln>
        </p:spPr>
        <p:txBody>
          <a:bodyPr wrap="none">
            <a:spAutoFit/>
          </a:bodyPr>
          <a:lstStyle/>
          <a:p>
            <a:r>
              <a:rPr lang="zh-CN" altLang="en-US" dirty="0" smtClean="0"/>
              <a:t>综合评级</a:t>
            </a:r>
            <a:endParaRPr lang="zh-CN" altLang="en-US" dirty="0"/>
          </a:p>
        </p:txBody>
      </p:sp>
      <p:cxnSp>
        <p:nvCxnSpPr>
          <p:cNvPr id="40" name="直接箭头连接符 39"/>
          <p:cNvCxnSpPr>
            <a:stCxn id="33" idx="2"/>
            <a:endCxn id="38" idx="0"/>
          </p:cNvCxnSpPr>
          <p:nvPr/>
        </p:nvCxnSpPr>
        <p:spPr>
          <a:xfrm flipH="1">
            <a:off x="8962782" y="4778111"/>
            <a:ext cx="2656" cy="7436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肘形连接符 45"/>
          <p:cNvCxnSpPr>
            <a:stCxn id="15" idx="1"/>
            <a:endCxn id="15362" idx="0"/>
          </p:cNvCxnSpPr>
          <p:nvPr/>
        </p:nvCxnSpPr>
        <p:spPr>
          <a:xfrm rot="10800000" flipV="1">
            <a:off x="2645161" y="2029580"/>
            <a:ext cx="4862428" cy="57200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601586"/>
            <a:ext cx="5290321" cy="299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矩形 64"/>
          <p:cNvSpPr/>
          <p:nvPr/>
        </p:nvSpPr>
        <p:spPr>
          <a:xfrm>
            <a:off x="2337403" y="2247251"/>
            <a:ext cx="1569660" cy="369332"/>
          </a:xfrm>
          <a:prstGeom prst="rect">
            <a:avLst/>
          </a:prstGeom>
        </p:spPr>
        <p:txBody>
          <a:bodyPr wrap="none">
            <a:spAutoFit/>
          </a:bodyPr>
          <a:lstStyle/>
          <a:p>
            <a:r>
              <a:rPr lang="zh-CN" altLang="en-US" b="1" dirty="0"/>
              <a:t>圆形</a:t>
            </a:r>
            <a:r>
              <a:rPr lang="zh-CN" altLang="en-US" b="1" dirty="0" smtClean="0"/>
              <a:t>缺陷定级</a:t>
            </a:r>
            <a:endParaRPr lang="zh-CN" altLang="en-US" b="1" dirty="0"/>
          </a:p>
        </p:txBody>
      </p:sp>
      <p:pic>
        <p:nvPicPr>
          <p:cNvPr id="8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6054" y="1506278"/>
            <a:ext cx="1982188" cy="77327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cxnSp>
        <p:nvCxnSpPr>
          <p:cNvPr id="85" name="直接箭头连接符 84"/>
          <p:cNvCxnSpPr>
            <a:stCxn id="15" idx="3"/>
            <a:endCxn id="84" idx="1"/>
          </p:cNvCxnSpPr>
          <p:nvPr/>
        </p:nvCxnSpPr>
        <p:spPr>
          <a:xfrm flipV="1">
            <a:off x="10000579" y="1892914"/>
            <a:ext cx="835475" cy="136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079" y="5988496"/>
            <a:ext cx="3832041" cy="580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0" name="肘形连接符 89"/>
          <p:cNvCxnSpPr>
            <a:stCxn id="22" idx="1"/>
            <a:endCxn id="93" idx="0"/>
          </p:cNvCxnSpPr>
          <p:nvPr/>
        </p:nvCxnSpPr>
        <p:spPr>
          <a:xfrm rot="10800000" flipV="1">
            <a:off x="5990852" y="2799643"/>
            <a:ext cx="1362848" cy="159918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4975189" y="4398825"/>
            <a:ext cx="2031325" cy="369332"/>
          </a:xfrm>
          <a:prstGeom prst="rect">
            <a:avLst/>
          </a:prstGeom>
          <a:solidFill>
            <a:schemeClr val="bg2">
              <a:lumMod val="90000"/>
            </a:schemeClr>
          </a:solidFill>
        </p:spPr>
        <p:txBody>
          <a:bodyPr wrap="none">
            <a:spAutoFit/>
          </a:bodyPr>
          <a:lstStyle/>
          <a:p>
            <a:r>
              <a:rPr lang="zh-CN" altLang="en-US" dirty="0" smtClean="0"/>
              <a:t>单个条形缺陷定级</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1511" y="910964"/>
            <a:ext cx="9858375" cy="494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55563" y="188359"/>
            <a:ext cx="2646878" cy="584775"/>
          </a:xfrm>
          <a:prstGeom prst="rect">
            <a:avLst/>
          </a:prstGeom>
        </p:spPr>
        <p:txBody>
          <a:bodyPr wrap="none">
            <a:spAutoFit/>
          </a:bodyPr>
          <a:lstStyle/>
          <a:p>
            <a:r>
              <a:rPr lang="zh-CN" altLang="en-US" sz="3200" dirty="0"/>
              <a:t>条</a:t>
            </a:r>
            <a:r>
              <a:rPr lang="zh-CN" altLang="en-US" sz="3200" dirty="0" smtClean="0"/>
              <a:t>形</a:t>
            </a:r>
            <a:r>
              <a:rPr lang="zh-CN" altLang="en-US" sz="3200" dirty="0"/>
              <a:t>缺陷定级</a:t>
            </a:r>
            <a:endParaRPr lang="zh-CN" altLang="en-US" sz="3200" dirty="0"/>
          </a:p>
        </p:txBody>
      </p:sp>
      <p:sp>
        <p:nvSpPr>
          <p:cNvPr id="7" name="TextBox 6"/>
          <p:cNvSpPr txBox="1"/>
          <p:nvPr/>
        </p:nvSpPr>
        <p:spPr>
          <a:xfrm>
            <a:off x="-1733520" y="2901975"/>
            <a:ext cx="3188693" cy="276999"/>
          </a:xfrm>
          <a:prstGeom prst="rect">
            <a:avLst/>
          </a:prstGeom>
          <a:noFill/>
        </p:spPr>
        <p:txBody>
          <a:bodyPr wrap="none" rtlCol="0">
            <a:spAutoFit/>
          </a:bodyPr>
          <a:lstStyle/>
          <a:p>
            <a:pPr algn="l"/>
            <a:r>
              <a:rPr lang="zh-CN" altLang="en-US" sz="1200" b="1" dirty="0" smtClean="0">
                <a:latin typeface="微软雅黑" panose="020B0503020204020204" pitchFamily="34" charset="-122"/>
                <a:ea typeface="微软雅黑" panose="020B0503020204020204" pitchFamily="34" charset="-122"/>
              </a:rPr>
              <a:t>板厚度</a:t>
            </a:r>
            <a:r>
              <a:rPr lang="en-US" altLang="zh-CN" sz="1200" b="1" dirty="0" smtClean="0">
                <a:latin typeface="微软雅黑" panose="020B0503020204020204" pitchFamily="34" charset="-122"/>
                <a:ea typeface="微软雅黑" panose="020B0503020204020204" pitchFamily="34" charset="-122"/>
              </a:rPr>
              <a:t>T</a:t>
            </a:r>
            <a:r>
              <a:rPr lang="zh-CN" altLang="en-US" sz="1200" b="1" dirty="0" smtClean="0">
                <a:latin typeface="微软雅黑" panose="020B0503020204020204" pitchFamily="34" charset="-122"/>
                <a:ea typeface="微软雅黑" panose="020B0503020204020204" pitchFamily="34" charset="-122"/>
              </a:rPr>
              <a:t>为</a:t>
            </a:r>
            <a:r>
              <a:rPr lang="en-US" altLang="zh-CN" sz="1200" b="1" dirty="0" smtClean="0">
                <a:latin typeface="微软雅黑" panose="020B0503020204020204" pitchFamily="34" charset="-122"/>
                <a:ea typeface="微软雅黑" panose="020B0503020204020204" pitchFamily="34" charset="-122"/>
              </a:rPr>
              <a:t>9</a:t>
            </a:r>
            <a:r>
              <a:rPr lang="zh-CN" altLang="en-US" sz="1200" b="1" dirty="0" smtClean="0">
                <a:latin typeface="微软雅黑" panose="020B0503020204020204" pitchFamily="34" charset="-122"/>
                <a:ea typeface="微软雅黑" panose="020B0503020204020204" pitchFamily="34" charset="-122"/>
              </a:rPr>
              <a:t>，缺陷长度为</a:t>
            </a:r>
            <a:r>
              <a:rPr lang="en-US" altLang="zh-CN" sz="1200" b="1" dirty="0" smtClean="0">
                <a:latin typeface="微软雅黑" panose="020B0503020204020204" pitchFamily="34" charset="-122"/>
                <a:ea typeface="微软雅黑" panose="020B0503020204020204" pitchFamily="34" charset="-122"/>
              </a:rPr>
              <a:t>4</a:t>
            </a:r>
            <a:r>
              <a:rPr lang="zh-CN" altLang="en-US" sz="1200" b="1" dirty="0" smtClean="0">
                <a:latin typeface="微软雅黑" panose="020B0503020204020204" pitchFamily="34" charset="-122"/>
                <a:ea typeface="微软雅黑" panose="020B0503020204020204" pitchFamily="34" charset="-122"/>
              </a:rPr>
              <a:t>，这种情况是</a:t>
            </a:r>
            <a:r>
              <a:rPr lang="en-US" altLang="zh-CN" sz="1200" b="1" dirty="0" smtClean="0">
                <a:latin typeface="微软雅黑" panose="020B0503020204020204" pitchFamily="34" charset="-122"/>
                <a:ea typeface="微软雅黑" panose="020B0503020204020204" pitchFamily="34" charset="-122"/>
              </a:rPr>
              <a:t>II</a:t>
            </a:r>
            <a:r>
              <a:rPr lang="zh-CN" altLang="en-US" sz="1200" b="1" dirty="0" smtClean="0">
                <a:latin typeface="微软雅黑" panose="020B0503020204020204" pitchFamily="34" charset="-122"/>
                <a:ea typeface="微软雅黑" panose="020B0503020204020204" pitchFamily="34" charset="-122"/>
              </a:rPr>
              <a:t>级</a:t>
            </a:r>
            <a:endParaRPr lang="zh-CN" altLang="en-US" sz="1200" b="1" dirty="0">
              <a:latin typeface="微软雅黑" panose="020B0503020204020204" pitchFamily="34" charset="-122"/>
              <a:ea typeface="微软雅黑" panose="020B0503020204020204" pitchFamily="34" charset="-122"/>
            </a:endParaRPr>
          </a:p>
        </p:txBody>
      </p:sp>
      <p:sp>
        <p:nvSpPr>
          <p:cNvPr id="8" name="TextBox 7"/>
          <p:cNvSpPr txBox="1"/>
          <p:nvPr/>
        </p:nvSpPr>
        <p:spPr>
          <a:xfrm>
            <a:off x="-1870487" y="3436339"/>
            <a:ext cx="3429144" cy="276999"/>
          </a:xfrm>
          <a:prstGeom prst="rect">
            <a:avLst/>
          </a:prstGeom>
          <a:noFill/>
        </p:spPr>
        <p:txBody>
          <a:bodyPr wrap="none" rtlCol="0">
            <a:spAutoFit/>
          </a:bodyPr>
          <a:lstStyle/>
          <a:p>
            <a:pPr algn="l"/>
            <a:r>
              <a:rPr lang="zh-CN" altLang="en-US" sz="1200" b="1" dirty="0" smtClean="0">
                <a:latin typeface="微软雅黑" panose="020B0503020204020204" pitchFamily="34" charset="-122"/>
                <a:ea typeface="微软雅黑" panose="020B0503020204020204" pitchFamily="34" charset="-122"/>
              </a:rPr>
              <a:t>板厚度</a:t>
            </a:r>
            <a:r>
              <a:rPr lang="en-US" altLang="zh-CN" sz="1200" b="1" dirty="0" smtClean="0">
                <a:latin typeface="微软雅黑" panose="020B0503020204020204" pitchFamily="34" charset="-122"/>
                <a:ea typeface="微软雅黑" panose="020B0503020204020204" pitchFamily="34" charset="-122"/>
              </a:rPr>
              <a:t>T</a:t>
            </a:r>
            <a:r>
              <a:rPr lang="zh-CN" altLang="en-US" sz="1200" b="1" dirty="0" smtClean="0">
                <a:latin typeface="微软雅黑" panose="020B0503020204020204" pitchFamily="34" charset="-122"/>
                <a:ea typeface="微软雅黑" panose="020B0503020204020204" pitchFamily="34" charset="-122"/>
              </a:rPr>
              <a:t>为</a:t>
            </a:r>
            <a:r>
              <a:rPr lang="en-US" altLang="zh-CN" sz="1200" b="1" dirty="0" smtClean="0">
                <a:latin typeface="微软雅黑" panose="020B0503020204020204" pitchFamily="34" charset="-122"/>
                <a:ea typeface="微软雅黑" panose="020B0503020204020204" pitchFamily="34" charset="-122"/>
              </a:rPr>
              <a:t>90</a:t>
            </a:r>
            <a:r>
              <a:rPr lang="zh-CN" altLang="en-US" sz="1200" b="1" dirty="0" smtClean="0">
                <a:latin typeface="微软雅黑" panose="020B0503020204020204" pitchFamily="34" charset="-122"/>
                <a:ea typeface="微软雅黑" panose="020B0503020204020204" pitchFamily="34" charset="-122"/>
              </a:rPr>
              <a:t>，缺陷长度为</a:t>
            </a:r>
            <a:r>
              <a:rPr lang="en-US" altLang="zh-CN" sz="1200" b="1" dirty="0" smtClean="0">
                <a:latin typeface="微软雅黑" panose="020B0503020204020204" pitchFamily="34" charset="-122"/>
                <a:ea typeface="微软雅黑" panose="020B0503020204020204" pitchFamily="34" charset="-122"/>
              </a:rPr>
              <a:t>30</a:t>
            </a:r>
            <a:r>
              <a:rPr lang="zh-CN" altLang="en-US" sz="1200" b="1" dirty="0" smtClean="0">
                <a:latin typeface="微软雅黑" panose="020B0503020204020204" pitchFamily="34" charset="-122"/>
                <a:ea typeface="微软雅黑" panose="020B0503020204020204" pitchFamily="34" charset="-122"/>
              </a:rPr>
              <a:t>，这种情况是</a:t>
            </a:r>
            <a:r>
              <a:rPr lang="en-US" altLang="zh-CN" sz="1200" b="1" dirty="0" smtClean="0">
                <a:latin typeface="微软雅黑" panose="020B0503020204020204" pitchFamily="34" charset="-122"/>
                <a:ea typeface="微软雅黑" panose="020B0503020204020204" pitchFamily="34" charset="-122"/>
              </a:rPr>
              <a:t>III</a:t>
            </a:r>
            <a:r>
              <a:rPr lang="zh-CN" altLang="en-US" sz="1200" b="1" dirty="0" smtClean="0">
                <a:latin typeface="微软雅黑" panose="020B0503020204020204" pitchFamily="34" charset="-122"/>
                <a:ea typeface="微软雅黑" panose="020B0503020204020204" pitchFamily="34" charset="-122"/>
              </a:rPr>
              <a:t>级</a:t>
            </a:r>
            <a:endParaRPr lang="zh-CN" altLang="en-US" sz="1200" b="1" dirty="0">
              <a:latin typeface="微软雅黑" panose="020B0503020204020204" pitchFamily="34" charset="-122"/>
              <a:ea typeface="微软雅黑" panose="020B0503020204020204" pitchFamily="34" charset="-122"/>
            </a:endParaRPr>
          </a:p>
        </p:txBody>
      </p:sp>
      <p:cxnSp>
        <p:nvCxnSpPr>
          <p:cNvPr id="10" name="直接箭头连接符 9"/>
          <p:cNvCxnSpPr/>
          <p:nvPr/>
        </p:nvCxnSpPr>
        <p:spPr>
          <a:xfrm>
            <a:off x="1261641" y="3040474"/>
            <a:ext cx="1585731" cy="138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1421511" y="3178974"/>
            <a:ext cx="1333264" cy="3958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48539" y="290052"/>
            <a:ext cx="10367249" cy="3078181"/>
          </a:xfrm>
        </p:spPr>
        <p:txBody>
          <a:bodyPr/>
          <a:lstStyle/>
          <a:p>
            <a:r>
              <a:rPr lang="zh-CN" altLang="en-US" sz="3200" dirty="0" smtClean="0"/>
              <a:t>综合评级</a:t>
            </a:r>
            <a:br>
              <a:rPr lang="en-US" altLang="zh-CN" sz="3200" dirty="0" smtClean="0"/>
            </a:br>
            <a:br>
              <a:rPr lang="en-US" altLang="zh-CN" sz="3200" dirty="0"/>
            </a:br>
            <a:r>
              <a:rPr lang="zh-CN" altLang="en-US" sz="3200" dirty="0" smtClean="0"/>
              <a:t>如果底片同时有园形缺陷和条型缺陷</a:t>
            </a:r>
            <a:br>
              <a:rPr lang="en-US" altLang="zh-CN" sz="3200" dirty="0" smtClean="0"/>
            </a:br>
            <a:br>
              <a:rPr lang="en-US" altLang="zh-CN" sz="3200" dirty="0"/>
            </a:br>
            <a:endParaRPr lang="zh-CN" altLang="en-US" sz="3200" dirty="0"/>
          </a:p>
        </p:txBody>
      </p:sp>
      <p:sp>
        <p:nvSpPr>
          <p:cNvPr id="4" name="灯片编号占位符 3"/>
          <p:cNvSpPr>
            <a:spLocks noGrp="1"/>
          </p:cNvSpPr>
          <p:nvPr>
            <p:ph type="sldNum" sz="quarter" idx="12"/>
          </p:nvPr>
        </p:nvSpPr>
        <p:spPr/>
        <p:txBody>
          <a:bodyPr/>
          <a:lstStyle/>
          <a:p>
            <a:fld id="{504B74FA-6DB9-4BBE-839F-B2CEDD7BA046}" type="slidenum">
              <a:rPr lang="zh-CN" altLang="en-US" smtClean="0"/>
            </a:fld>
            <a:endParaRPr lang="zh-CN" altLang="en-US"/>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82713" y="2714625"/>
            <a:ext cx="9429750"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heme/theme1.xml><?xml version="1.0" encoding="utf-8"?>
<a:theme xmlns:a="http://schemas.openxmlformats.org/drawingml/2006/main" name="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2xp13jw">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200" dirty="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0</TotalTime>
  <Words>1271</Words>
  <Application>WPS 演示</Application>
  <PresentationFormat>自定义</PresentationFormat>
  <Paragraphs>81</Paragraphs>
  <Slides>6</Slides>
  <Notes>3</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1</vt:i4>
      </vt:variant>
      <vt:variant>
        <vt:lpstr>幻灯片标题</vt:lpstr>
      </vt:variant>
      <vt:variant>
        <vt:i4>6</vt:i4>
      </vt:variant>
    </vt:vector>
  </HeadingPairs>
  <TitlesOfParts>
    <vt:vector size="29" baseType="lpstr">
      <vt:lpstr>Arial</vt:lpstr>
      <vt:lpstr>宋体</vt:lpstr>
      <vt:lpstr>Wingdings</vt:lpstr>
      <vt:lpstr>微软雅黑</vt:lpstr>
      <vt:lpstr>方正雅意黑 GB18030L2</vt:lpstr>
      <vt:lpstr>汉仪书宋二KW</vt:lpstr>
      <vt:lpstr>.AppleSystemUIFont</vt:lpstr>
      <vt:lpstr>Thonburi</vt:lpstr>
      <vt:lpstr>Times New Roman</vt:lpstr>
      <vt:lpstr>宋体</vt:lpstr>
      <vt:lpstr>Arial Unicode MS</vt:lpstr>
      <vt:lpstr>Calibri</vt:lpstr>
      <vt:lpstr>Helvetica Neue</vt:lpstr>
      <vt:lpstr>等线</vt:lpstr>
      <vt:lpstr>汉仪中等线KW</vt:lpstr>
      <vt:lpstr>Calibri Light</vt:lpstr>
      <vt:lpstr>等线 Light</vt:lpstr>
      <vt:lpstr>Times New Roman</vt:lpstr>
      <vt:lpstr>微软雅黑</vt:lpstr>
      <vt:lpstr>宋体-简</vt:lpstr>
      <vt:lpstr>模板</vt:lpstr>
      <vt:lpstr>7_Chart page</vt:lpstr>
      <vt:lpstr>TCLayout.ActiveDocument.1</vt:lpstr>
      <vt:lpstr>底片质量等级如何评定？</vt:lpstr>
      <vt:lpstr>PowerPoint 演示文稿</vt:lpstr>
      <vt:lpstr>PowerPoint 演示文稿</vt:lpstr>
      <vt:lpstr>质量等级判定流程</vt:lpstr>
      <vt:lpstr>PowerPoint 演示文稿</vt:lpstr>
      <vt:lpstr>综合评级  如果底片同时有园形缺陷和条型缺陷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Shengh</dc:creator>
  <cp:lastModifiedBy>WPS_1688264387</cp:lastModifiedBy>
  <cp:revision>67</cp:revision>
  <dcterms:created xsi:type="dcterms:W3CDTF">2026-10-12T01:43:21Z</dcterms:created>
  <dcterms:modified xsi:type="dcterms:W3CDTF">2026-10-12T01:43:21Z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(3)kgaigFctQ+lM4o/0otzLHkPzLq8GRXKZOfSIZwWR7uRxrJ8+9v15D6X2ymEWUTpkkGFxp+xG
j6PtBtPAt0PPWrhNrwmd4gWUdrb1FEMBXqHDKew6XoHlysT3M/sWNT9ezizHunzFkwgq5oHr
Cevp6xM0qzWZDOlabGcwHm5sdC48+yn9NiJSLJAdeuZ0uPwU0gEdheXxRMbO2tgFv9kXKcfi
XFAZ+5OGDUtO1ONNI4</vt:lpwstr>
  </property>
  <property fmtid="{D5CDD505-2E9C-101B-9397-08002B2CF9AE}" pid="3" name="_2015_ms_pID_7253431">
    <vt:lpwstr>xlocht9rHPQgsWLcY7HRf8aQ2Ea9+cz9Hh+aaA0qKzRLUIZWkLanUb
A+yiWbR1BN2bR8Ew7PW1momJzH7CseRIEt2NwYfBmpzBU22ouYfvW992qkSxVDx3rby50Pi7
SIc/od6l1ILiSy8VWUtCNwsDAbQM/vbr+lHXehgmF0lI0+3B7uEL24PtZNnRoIQTchj1TWqS
WuaWq+Rrs8oQt7F6cbxU1imZlng1HnMltOIK</vt:lpwstr>
  </property>
  <property fmtid="{D5CDD505-2E9C-101B-9397-08002B2CF9AE}" pid="4" name="_2015_ms_pID_7253432">
    <vt:lpwstr>xQ==</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1612160204</vt:lpwstr>
  </property>
  <property fmtid="{D5CDD505-2E9C-101B-9397-08002B2CF9AE}" pid="9" name="KSOProductBuildVer">
    <vt:lpwstr>2052-12.1.28496.28496</vt:lpwstr>
  </property>
  <property fmtid="{D5CDD505-2E9C-101B-9397-08002B2CF9AE}" pid="10" name="ICV">
    <vt:lpwstr>8FCD191BF811E57E7F33CC6AEF24C141_43</vt:lpwstr>
  </property>
</Properties>
</file>